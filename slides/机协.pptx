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Funtastic" charset="1" panose="00000000000000000000"/>
      <p:regular r:id="rId18"/>
    </p:embeddedFont>
    <p:embeddedFont>
      <p:font typeface="Open Sans Bold" charset="1" panose="020B0806030504020204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13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20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20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23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23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50BA">
                <a:alpha val="100000"/>
              </a:srgbClr>
            </a:gs>
            <a:gs pos="100000">
              <a:srgbClr val="38236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38702">
            <a:off x="4142971" y="3516786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0"/>
                </a:moveTo>
                <a:lnTo>
                  <a:pt x="22084168" y="0"/>
                </a:lnTo>
                <a:lnTo>
                  <a:pt x="22084168" y="7379793"/>
                </a:lnTo>
                <a:lnTo>
                  <a:pt x="0" y="7379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7903084">
            <a:off x="-7747546" y="3909335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103021">
            <a:off x="-4037554" y="1404754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0" y="0"/>
                </a:moveTo>
                <a:lnTo>
                  <a:pt x="12165381" y="0"/>
                </a:lnTo>
                <a:lnTo>
                  <a:pt x="12165381" y="16454224"/>
                </a:lnTo>
                <a:lnTo>
                  <a:pt x="0" y="164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2034537">
            <a:off x="9663395" y="1892545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295731">
            <a:off x="9395925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0" y="0"/>
                </a:moveTo>
                <a:lnTo>
                  <a:pt x="8801484" y="0"/>
                </a:lnTo>
                <a:lnTo>
                  <a:pt x="8801484" y="12540974"/>
                </a:lnTo>
                <a:lnTo>
                  <a:pt x="0" y="12540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3295731">
            <a:off x="682766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8801484" y="0"/>
                </a:moveTo>
                <a:lnTo>
                  <a:pt x="0" y="0"/>
                </a:lnTo>
                <a:lnTo>
                  <a:pt x="0" y="12540974"/>
                </a:lnTo>
                <a:lnTo>
                  <a:pt x="8801484" y="12540974"/>
                </a:lnTo>
                <a:lnTo>
                  <a:pt x="880148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965301" y="2533107"/>
            <a:ext cx="19949211" cy="8158669"/>
            <a:chOff x="0" y="0"/>
            <a:chExt cx="5724145" cy="23410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472" y="0"/>
              <a:ext cx="5691201" cy="2331874"/>
            </a:xfrm>
            <a:custGeom>
              <a:avLst/>
              <a:gdLst/>
              <a:ahLst/>
              <a:cxnLst/>
              <a:rect r="r" b="b" t="t" l="l"/>
              <a:pathLst>
                <a:path h="2331874" w="5691201">
                  <a:moveTo>
                    <a:pt x="2865426" y="2324799"/>
                  </a:moveTo>
                  <a:lnTo>
                    <a:pt x="5687847" y="16217"/>
                  </a:lnTo>
                  <a:cubicBezTo>
                    <a:pt x="5690838" y="13770"/>
                    <a:pt x="5691967" y="9708"/>
                    <a:pt x="5690668" y="6069"/>
                  </a:cubicBezTo>
                  <a:cubicBezTo>
                    <a:pt x="5689370" y="2429"/>
                    <a:pt x="5685923" y="0"/>
                    <a:pt x="5682059" y="0"/>
                  </a:cubicBezTo>
                  <a:lnTo>
                    <a:pt x="9141" y="0"/>
                  </a:lnTo>
                  <a:cubicBezTo>
                    <a:pt x="5278" y="0"/>
                    <a:pt x="1831" y="2429"/>
                    <a:pt x="532" y="6069"/>
                  </a:cubicBezTo>
                  <a:cubicBezTo>
                    <a:pt x="-766" y="9708"/>
                    <a:pt x="363" y="13770"/>
                    <a:pt x="3354" y="16217"/>
                  </a:cubicBezTo>
                  <a:lnTo>
                    <a:pt x="2825774" y="2324799"/>
                  </a:lnTo>
                  <a:cubicBezTo>
                    <a:pt x="2837308" y="2334233"/>
                    <a:pt x="2853893" y="2334233"/>
                    <a:pt x="2865426" y="2324799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FC69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894398" y="119590"/>
              <a:ext cx="3935350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51699" y="-101610"/>
            <a:ext cx="18791397" cy="2893528"/>
            <a:chOff x="0" y="0"/>
            <a:chExt cx="5391927" cy="830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1927" cy="830257"/>
            </a:xfrm>
            <a:custGeom>
              <a:avLst/>
              <a:gdLst/>
              <a:ahLst/>
              <a:cxnLst/>
              <a:rect r="r" b="b" t="t" l="l"/>
              <a:pathLst>
                <a:path h="830257" w="5391927">
                  <a:moveTo>
                    <a:pt x="0" y="0"/>
                  </a:moveTo>
                  <a:lnTo>
                    <a:pt x="5391927" y="0"/>
                  </a:lnTo>
                  <a:lnTo>
                    <a:pt x="5391927" y="830257"/>
                  </a:lnTo>
                  <a:lnTo>
                    <a:pt x="0" y="830257"/>
                  </a:lnTo>
                  <a:close/>
                </a:path>
              </a:pathLst>
            </a:custGeom>
            <a:solidFill>
              <a:srgbClr val="FE5C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391927" cy="877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004547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3453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04675">
            <a:off x="10279056" y="1226175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0" y="0"/>
                </a:moveTo>
                <a:lnTo>
                  <a:pt x="8071252" y="0"/>
                </a:lnTo>
                <a:lnTo>
                  <a:pt x="8071252" y="9256540"/>
                </a:lnTo>
                <a:lnTo>
                  <a:pt x="0" y="92565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567059">
            <a:off x="-581466" y="1226175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8071252" y="0"/>
                </a:moveTo>
                <a:lnTo>
                  <a:pt x="0" y="0"/>
                </a:lnTo>
                <a:lnTo>
                  <a:pt x="0" y="9256540"/>
                </a:lnTo>
                <a:lnTo>
                  <a:pt x="8071252" y="9256540"/>
                </a:lnTo>
                <a:lnTo>
                  <a:pt x="807125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79047">
            <a:off x="-2131846" y="-722628"/>
            <a:ext cx="5527562" cy="3759166"/>
          </a:xfrm>
          <a:custGeom>
            <a:avLst/>
            <a:gdLst/>
            <a:ahLst/>
            <a:cxnLst/>
            <a:rect r="r" b="b" t="t" l="l"/>
            <a:pathLst>
              <a:path h="3759166" w="5527562">
                <a:moveTo>
                  <a:pt x="0" y="0"/>
                </a:moveTo>
                <a:lnTo>
                  <a:pt x="5527563" y="0"/>
                </a:lnTo>
                <a:lnTo>
                  <a:pt x="5527563" y="3759166"/>
                </a:lnTo>
                <a:lnTo>
                  <a:pt x="0" y="37591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406784">
            <a:off x="15011048" y="-669427"/>
            <a:ext cx="5249991" cy="3570396"/>
          </a:xfrm>
          <a:custGeom>
            <a:avLst/>
            <a:gdLst/>
            <a:ahLst/>
            <a:cxnLst/>
            <a:rect r="r" b="b" t="t" l="l"/>
            <a:pathLst>
              <a:path h="3570396" w="5249991">
                <a:moveTo>
                  <a:pt x="5249990" y="0"/>
                </a:moveTo>
                <a:lnTo>
                  <a:pt x="0" y="0"/>
                </a:lnTo>
                <a:lnTo>
                  <a:pt x="0" y="3570396"/>
                </a:lnTo>
                <a:lnTo>
                  <a:pt x="5249990" y="3570396"/>
                </a:lnTo>
                <a:lnTo>
                  <a:pt x="524999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359771" y="2639492"/>
            <a:ext cx="7601143" cy="14366421"/>
          </a:xfrm>
          <a:custGeom>
            <a:avLst/>
            <a:gdLst/>
            <a:ahLst/>
            <a:cxnLst/>
            <a:rect r="r" b="b" t="t" l="l"/>
            <a:pathLst>
              <a:path h="14366421" w="7601143">
                <a:moveTo>
                  <a:pt x="0" y="0"/>
                </a:moveTo>
                <a:lnTo>
                  <a:pt x="7601143" y="0"/>
                </a:lnTo>
                <a:lnTo>
                  <a:pt x="7601143" y="14366421"/>
                </a:lnTo>
                <a:lnTo>
                  <a:pt x="0" y="143664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14272" y="5797604"/>
            <a:ext cx="3969236" cy="2818157"/>
          </a:xfrm>
          <a:custGeom>
            <a:avLst/>
            <a:gdLst/>
            <a:ahLst/>
            <a:cxnLst/>
            <a:rect r="r" b="b" t="t" l="l"/>
            <a:pathLst>
              <a:path h="2818157" w="3969236">
                <a:moveTo>
                  <a:pt x="0" y="0"/>
                </a:moveTo>
                <a:lnTo>
                  <a:pt x="3969236" y="0"/>
                </a:lnTo>
                <a:lnTo>
                  <a:pt x="3969236" y="2818157"/>
                </a:lnTo>
                <a:lnTo>
                  <a:pt x="0" y="28181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879902">
            <a:off x="13396910" y="5578196"/>
            <a:ext cx="3256973" cy="3256973"/>
          </a:xfrm>
          <a:custGeom>
            <a:avLst/>
            <a:gdLst/>
            <a:ahLst/>
            <a:cxnLst/>
            <a:rect r="r" b="b" t="t" l="l"/>
            <a:pathLst>
              <a:path h="3256973" w="3256973">
                <a:moveTo>
                  <a:pt x="0" y="0"/>
                </a:moveTo>
                <a:lnTo>
                  <a:pt x="3256974" y="0"/>
                </a:lnTo>
                <a:lnTo>
                  <a:pt x="3256974" y="3256973"/>
                </a:lnTo>
                <a:lnTo>
                  <a:pt x="0" y="32569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971283" y="626331"/>
            <a:ext cx="10076043" cy="182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7"/>
              </a:lnSpc>
            </a:pPr>
            <a:r>
              <a:rPr lang="en-US" sz="9351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机器人是怎么进行</a:t>
            </a:r>
          </a:p>
          <a:p>
            <a:pPr algn="ctr">
              <a:lnSpc>
                <a:spcPts val="925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4316992" y="1678315"/>
            <a:ext cx="9384626" cy="192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sz="10665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内部“交流”的？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07141" y="3138365"/>
            <a:ext cx="6404327" cy="516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24"/>
              </a:lnSpc>
            </a:pPr>
            <a:r>
              <a:rPr lang="en-US" b="true" sz="2231">
                <a:solidFill>
                  <a:srgbClr val="FE5C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ROS</a:t>
            </a:r>
            <a:r>
              <a:rPr lang="en-US" b="true" sz="2231">
                <a:solidFill>
                  <a:srgbClr val="FE5C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入门：从一个机器人捡球的任务理解核心概念</a:t>
            </a:r>
          </a:p>
          <a:p>
            <a:pPr algn="ctr">
              <a:lnSpc>
                <a:spcPts val="3124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76583">
            <a:off x="-1676883" y="-1138631"/>
            <a:ext cx="12226878" cy="14022434"/>
          </a:xfrm>
          <a:custGeom>
            <a:avLst/>
            <a:gdLst/>
            <a:ahLst/>
            <a:cxnLst/>
            <a:rect r="r" b="b" t="t" l="l"/>
            <a:pathLst>
              <a:path h="14022434" w="12226878">
                <a:moveTo>
                  <a:pt x="0" y="0"/>
                </a:moveTo>
                <a:lnTo>
                  <a:pt x="12226878" y="0"/>
                </a:lnTo>
                <a:lnTo>
                  <a:pt x="12226878" y="14022434"/>
                </a:lnTo>
                <a:lnTo>
                  <a:pt x="0" y="14022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9463776" y="-387449"/>
            <a:ext cx="18377741" cy="11571066"/>
            <a:chOff x="0" y="0"/>
            <a:chExt cx="3718116" cy="234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379" y="0"/>
              <a:ext cx="3689359" cy="2327590"/>
            </a:xfrm>
            <a:custGeom>
              <a:avLst/>
              <a:gdLst/>
              <a:ahLst/>
              <a:cxnLst/>
              <a:rect r="r" b="b" t="t" l="l"/>
              <a:pathLst>
                <a:path h="2327590" w="3689359">
                  <a:moveTo>
                    <a:pt x="1861970" y="2319242"/>
                  </a:moveTo>
                  <a:lnTo>
                    <a:pt x="3686447" y="21773"/>
                  </a:lnTo>
                  <a:cubicBezTo>
                    <a:pt x="3689651" y="17739"/>
                    <a:pt x="3690263" y="12227"/>
                    <a:pt x="3688023" y="7588"/>
                  </a:cubicBezTo>
                  <a:cubicBezTo>
                    <a:pt x="3685783" y="2948"/>
                    <a:pt x="3681086" y="0"/>
                    <a:pt x="3675934" y="0"/>
                  </a:cubicBezTo>
                  <a:lnTo>
                    <a:pt x="13425" y="0"/>
                  </a:lnTo>
                  <a:cubicBezTo>
                    <a:pt x="8273" y="0"/>
                    <a:pt x="3575" y="2948"/>
                    <a:pt x="1335" y="7588"/>
                  </a:cubicBezTo>
                  <a:cubicBezTo>
                    <a:pt x="-905" y="12227"/>
                    <a:pt x="-292" y="17739"/>
                    <a:pt x="2912" y="21773"/>
                  </a:cubicBezTo>
                  <a:lnTo>
                    <a:pt x="1827389" y="2319242"/>
                  </a:lnTo>
                  <a:cubicBezTo>
                    <a:pt x="1831577" y="2324516"/>
                    <a:pt x="1837944" y="2327590"/>
                    <a:pt x="1844679" y="2327590"/>
                  </a:cubicBezTo>
                  <a:cubicBezTo>
                    <a:pt x="1851414" y="2327590"/>
                    <a:pt x="1857781" y="2324516"/>
                    <a:pt x="1861970" y="23192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580956" y="119590"/>
              <a:ext cx="2556205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814663">
            <a:off x="-6457971" y="20651"/>
            <a:ext cx="15378196" cy="20799701"/>
          </a:xfrm>
          <a:custGeom>
            <a:avLst/>
            <a:gdLst/>
            <a:ahLst/>
            <a:cxnLst/>
            <a:rect r="r" b="b" t="t" l="l"/>
            <a:pathLst>
              <a:path h="20799701" w="15378196">
                <a:moveTo>
                  <a:pt x="0" y="0"/>
                </a:moveTo>
                <a:lnTo>
                  <a:pt x="15378196" y="0"/>
                </a:lnTo>
                <a:lnTo>
                  <a:pt x="15378196" y="20799701"/>
                </a:lnTo>
                <a:lnTo>
                  <a:pt x="0" y="20799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7903084">
            <a:off x="-8544966" y="4721801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91762" y="-1505648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91762" y="8781352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52653" y="181697"/>
            <a:ext cx="8414387" cy="15223397"/>
          </a:xfrm>
          <a:custGeom>
            <a:avLst/>
            <a:gdLst/>
            <a:ahLst/>
            <a:cxnLst/>
            <a:rect r="r" b="b" t="t" l="l"/>
            <a:pathLst>
              <a:path h="15223397" w="8414387">
                <a:moveTo>
                  <a:pt x="8414387" y="0"/>
                </a:moveTo>
                <a:lnTo>
                  <a:pt x="0" y="0"/>
                </a:lnTo>
                <a:lnTo>
                  <a:pt x="0" y="15223398"/>
                </a:lnTo>
                <a:lnTo>
                  <a:pt x="8414387" y="15223398"/>
                </a:lnTo>
                <a:lnTo>
                  <a:pt x="8414387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56383">
            <a:off x="-1041797" y="4514680"/>
            <a:ext cx="4666117" cy="6503298"/>
          </a:xfrm>
          <a:custGeom>
            <a:avLst/>
            <a:gdLst/>
            <a:ahLst/>
            <a:cxnLst/>
            <a:rect r="r" b="b" t="t" l="l"/>
            <a:pathLst>
              <a:path h="6503298" w="4666117">
                <a:moveTo>
                  <a:pt x="0" y="0"/>
                </a:moveTo>
                <a:lnTo>
                  <a:pt x="4666117" y="0"/>
                </a:lnTo>
                <a:lnTo>
                  <a:pt x="4666117" y="6503298"/>
                </a:lnTo>
                <a:lnTo>
                  <a:pt x="0" y="65032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381764" y="744402"/>
            <a:ext cx="6962819" cy="45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00"/>
              </a:lnSpc>
            </a:pPr>
            <a:r>
              <a:rPr lang="en-US" b="true" sz="2643">
                <a:gradFill>
                  <a:gsLst>
                    <a:gs pos="0">
                      <a:srgbClr val="8450BA">
                        <a:alpha val="100000"/>
                      </a:srgbClr>
                    </a:gs>
                    <a:gs pos="100000">
                      <a:srgbClr val="382368">
                        <a:alpha val="100000"/>
                      </a:srgbClr>
                    </a:gs>
                  </a:gsLst>
                  <a:lin ang="54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机器人为什么需要“协调系统”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341738" y="1706082"/>
            <a:ext cx="3829433" cy="2569343"/>
            <a:chOff x="0" y="0"/>
            <a:chExt cx="1081460" cy="7256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1460" cy="725601"/>
            </a:xfrm>
            <a:custGeom>
              <a:avLst/>
              <a:gdLst/>
              <a:ahLst/>
              <a:cxnLst/>
              <a:rect r="r" b="b" t="t" l="l"/>
              <a:pathLst>
                <a:path h="725601" w="1081460">
                  <a:moveTo>
                    <a:pt x="82889" y="0"/>
                  </a:moveTo>
                  <a:lnTo>
                    <a:pt x="998571" y="0"/>
                  </a:lnTo>
                  <a:cubicBezTo>
                    <a:pt x="1020554" y="0"/>
                    <a:pt x="1041638" y="8733"/>
                    <a:pt x="1057182" y="24278"/>
                  </a:cubicBezTo>
                  <a:cubicBezTo>
                    <a:pt x="1072727" y="39822"/>
                    <a:pt x="1081460" y="60906"/>
                    <a:pt x="1081460" y="82889"/>
                  </a:cubicBezTo>
                  <a:lnTo>
                    <a:pt x="1081460" y="642712"/>
                  </a:lnTo>
                  <a:cubicBezTo>
                    <a:pt x="1081460" y="664696"/>
                    <a:pt x="1072727" y="685779"/>
                    <a:pt x="1057182" y="701324"/>
                  </a:cubicBezTo>
                  <a:cubicBezTo>
                    <a:pt x="1041638" y="716868"/>
                    <a:pt x="1020554" y="725601"/>
                    <a:pt x="998571" y="725601"/>
                  </a:cubicBezTo>
                  <a:lnTo>
                    <a:pt x="82889" y="725601"/>
                  </a:lnTo>
                  <a:cubicBezTo>
                    <a:pt x="60906" y="725601"/>
                    <a:pt x="39822" y="716868"/>
                    <a:pt x="24278" y="701324"/>
                  </a:cubicBezTo>
                  <a:cubicBezTo>
                    <a:pt x="8733" y="685779"/>
                    <a:pt x="0" y="664696"/>
                    <a:pt x="0" y="642712"/>
                  </a:cubicBezTo>
                  <a:lnTo>
                    <a:pt x="0" y="82889"/>
                  </a:lnTo>
                  <a:cubicBezTo>
                    <a:pt x="0" y="60906"/>
                    <a:pt x="8733" y="39822"/>
                    <a:pt x="24278" y="24278"/>
                  </a:cubicBezTo>
                  <a:cubicBezTo>
                    <a:pt x="39822" y="8733"/>
                    <a:pt x="60906" y="0"/>
                    <a:pt x="828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081460" cy="773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916218" y="2138454"/>
            <a:ext cx="6851040" cy="11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22"/>
              </a:lnSpc>
            </a:pPr>
            <a:r>
              <a:rPr lang="en-US" sz="78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摄像头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97463" y="3079905"/>
            <a:ext cx="2467479" cy="8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85"/>
              </a:lnSpc>
            </a:pPr>
            <a:r>
              <a:rPr lang="en-US" sz="374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采集图像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144000" y="1706082"/>
            <a:ext cx="3829433" cy="2569343"/>
            <a:chOff x="0" y="0"/>
            <a:chExt cx="1081460" cy="7256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1460" cy="725601"/>
            </a:xfrm>
            <a:custGeom>
              <a:avLst/>
              <a:gdLst/>
              <a:ahLst/>
              <a:cxnLst/>
              <a:rect r="r" b="b" t="t" l="l"/>
              <a:pathLst>
                <a:path h="725601" w="1081460">
                  <a:moveTo>
                    <a:pt x="82889" y="0"/>
                  </a:moveTo>
                  <a:lnTo>
                    <a:pt x="998571" y="0"/>
                  </a:lnTo>
                  <a:cubicBezTo>
                    <a:pt x="1020554" y="0"/>
                    <a:pt x="1041638" y="8733"/>
                    <a:pt x="1057182" y="24278"/>
                  </a:cubicBezTo>
                  <a:cubicBezTo>
                    <a:pt x="1072727" y="39822"/>
                    <a:pt x="1081460" y="60906"/>
                    <a:pt x="1081460" y="82889"/>
                  </a:cubicBezTo>
                  <a:lnTo>
                    <a:pt x="1081460" y="642712"/>
                  </a:lnTo>
                  <a:cubicBezTo>
                    <a:pt x="1081460" y="664696"/>
                    <a:pt x="1072727" y="685779"/>
                    <a:pt x="1057182" y="701324"/>
                  </a:cubicBezTo>
                  <a:cubicBezTo>
                    <a:pt x="1041638" y="716868"/>
                    <a:pt x="1020554" y="725601"/>
                    <a:pt x="998571" y="725601"/>
                  </a:cubicBezTo>
                  <a:lnTo>
                    <a:pt x="82889" y="725601"/>
                  </a:lnTo>
                  <a:cubicBezTo>
                    <a:pt x="60906" y="725601"/>
                    <a:pt x="39822" y="716868"/>
                    <a:pt x="24278" y="701324"/>
                  </a:cubicBezTo>
                  <a:cubicBezTo>
                    <a:pt x="8733" y="685779"/>
                    <a:pt x="0" y="664696"/>
                    <a:pt x="0" y="642712"/>
                  </a:cubicBezTo>
                  <a:lnTo>
                    <a:pt x="0" y="82889"/>
                  </a:lnTo>
                  <a:cubicBezTo>
                    <a:pt x="0" y="60906"/>
                    <a:pt x="8733" y="39822"/>
                    <a:pt x="24278" y="24278"/>
                  </a:cubicBezTo>
                  <a:cubicBezTo>
                    <a:pt x="39822" y="8733"/>
                    <a:pt x="60906" y="0"/>
                    <a:pt x="828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081460" cy="773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040999" y="2138454"/>
            <a:ext cx="2035435" cy="11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22"/>
              </a:lnSpc>
            </a:pPr>
            <a:r>
              <a:rPr lang="en-US" sz="78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雷达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8955" y="3079905"/>
            <a:ext cx="2467479" cy="8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85"/>
              </a:lnSpc>
            </a:pPr>
            <a:r>
              <a:rPr lang="en-US" sz="374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感知距离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44000" y="4690340"/>
            <a:ext cx="3829433" cy="2569343"/>
            <a:chOff x="0" y="0"/>
            <a:chExt cx="1081460" cy="7256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1460" cy="725601"/>
            </a:xfrm>
            <a:custGeom>
              <a:avLst/>
              <a:gdLst/>
              <a:ahLst/>
              <a:cxnLst/>
              <a:rect r="r" b="b" t="t" l="l"/>
              <a:pathLst>
                <a:path h="725601" w="1081460">
                  <a:moveTo>
                    <a:pt x="82889" y="0"/>
                  </a:moveTo>
                  <a:lnTo>
                    <a:pt x="998571" y="0"/>
                  </a:lnTo>
                  <a:cubicBezTo>
                    <a:pt x="1020554" y="0"/>
                    <a:pt x="1041638" y="8733"/>
                    <a:pt x="1057182" y="24278"/>
                  </a:cubicBezTo>
                  <a:cubicBezTo>
                    <a:pt x="1072727" y="39822"/>
                    <a:pt x="1081460" y="60906"/>
                    <a:pt x="1081460" y="82889"/>
                  </a:cubicBezTo>
                  <a:lnTo>
                    <a:pt x="1081460" y="642712"/>
                  </a:lnTo>
                  <a:cubicBezTo>
                    <a:pt x="1081460" y="664696"/>
                    <a:pt x="1072727" y="685779"/>
                    <a:pt x="1057182" y="701324"/>
                  </a:cubicBezTo>
                  <a:cubicBezTo>
                    <a:pt x="1041638" y="716868"/>
                    <a:pt x="1020554" y="725601"/>
                    <a:pt x="998571" y="725601"/>
                  </a:cubicBezTo>
                  <a:lnTo>
                    <a:pt x="82889" y="725601"/>
                  </a:lnTo>
                  <a:cubicBezTo>
                    <a:pt x="60906" y="725601"/>
                    <a:pt x="39822" y="716868"/>
                    <a:pt x="24278" y="701324"/>
                  </a:cubicBezTo>
                  <a:cubicBezTo>
                    <a:pt x="8733" y="685779"/>
                    <a:pt x="0" y="664696"/>
                    <a:pt x="0" y="642712"/>
                  </a:cubicBezTo>
                  <a:lnTo>
                    <a:pt x="0" y="82889"/>
                  </a:lnTo>
                  <a:cubicBezTo>
                    <a:pt x="0" y="60906"/>
                    <a:pt x="8733" y="39822"/>
                    <a:pt x="24278" y="24278"/>
                  </a:cubicBezTo>
                  <a:cubicBezTo>
                    <a:pt x="39822" y="8733"/>
                    <a:pt x="60906" y="0"/>
                    <a:pt x="828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081460" cy="773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040999" y="5004511"/>
            <a:ext cx="2035435" cy="11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22"/>
              </a:lnSpc>
            </a:pPr>
            <a:r>
              <a:rPr lang="en-US" sz="78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电机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08955" y="5945962"/>
            <a:ext cx="2467479" cy="8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85"/>
              </a:lnSpc>
            </a:pPr>
            <a:r>
              <a:rPr lang="en-US" sz="374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执行动作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3341738" y="4690340"/>
            <a:ext cx="3829433" cy="2569343"/>
            <a:chOff x="0" y="0"/>
            <a:chExt cx="1081460" cy="72560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1460" cy="725601"/>
            </a:xfrm>
            <a:custGeom>
              <a:avLst/>
              <a:gdLst/>
              <a:ahLst/>
              <a:cxnLst/>
              <a:rect r="r" b="b" t="t" l="l"/>
              <a:pathLst>
                <a:path h="725601" w="1081460">
                  <a:moveTo>
                    <a:pt x="82889" y="0"/>
                  </a:moveTo>
                  <a:lnTo>
                    <a:pt x="998571" y="0"/>
                  </a:lnTo>
                  <a:cubicBezTo>
                    <a:pt x="1020554" y="0"/>
                    <a:pt x="1041638" y="8733"/>
                    <a:pt x="1057182" y="24278"/>
                  </a:cubicBezTo>
                  <a:cubicBezTo>
                    <a:pt x="1072727" y="39822"/>
                    <a:pt x="1081460" y="60906"/>
                    <a:pt x="1081460" y="82889"/>
                  </a:cubicBezTo>
                  <a:lnTo>
                    <a:pt x="1081460" y="642712"/>
                  </a:lnTo>
                  <a:cubicBezTo>
                    <a:pt x="1081460" y="664696"/>
                    <a:pt x="1072727" y="685779"/>
                    <a:pt x="1057182" y="701324"/>
                  </a:cubicBezTo>
                  <a:cubicBezTo>
                    <a:pt x="1041638" y="716868"/>
                    <a:pt x="1020554" y="725601"/>
                    <a:pt x="998571" y="725601"/>
                  </a:cubicBezTo>
                  <a:lnTo>
                    <a:pt x="82889" y="725601"/>
                  </a:lnTo>
                  <a:cubicBezTo>
                    <a:pt x="60906" y="725601"/>
                    <a:pt x="39822" y="716868"/>
                    <a:pt x="24278" y="701324"/>
                  </a:cubicBezTo>
                  <a:cubicBezTo>
                    <a:pt x="8733" y="685779"/>
                    <a:pt x="0" y="664696"/>
                    <a:pt x="0" y="642712"/>
                  </a:cubicBezTo>
                  <a:lnTo>
                    <a:pt x="0" y="82889"/>
                  </a:lnTo>
                  <a:cubicBezTo>
                    <a:pt x="0" y="60906"/>
                    <a:pt x="8733" y="39822"/>
                    <a:pt x="24278" y="24278"/>
                  </a:cubicBezTo>
                  <a:cubicBezTo>
                    <a:pt x="39822" y="8733"/>
                    <a:pt x="60906" y="0"/>
                    <a:pt x="8288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81460" cy="773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4238737" y="5004511"/>
            <a:ext cx="2035435" cy="1179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722"/>
              </a:lnSpc>
            </a:pPr>
            <a:r>
              <a:rPr lang="en-US" sz="78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导航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06693" y="5945962"/>
            <a:ext cx="2467479" cy="8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85"/>
              </a:lnSpc>
            </a:pPr>
            <a:r>
              <a:rPr lang="en-US" sz="374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决定去哪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81764" y="8724202"/>
            <a:ext cx="6962819" cy="458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00"/>
              </a:lnSpc>
            </a:pPr>
            <a:r>
              <a:rPr lang="en-US" b="true" sz="2643">
                <a:gradFill>
                  <a:gsLst>
                    <a:gs pos="0">
                      <a:srgbClr val="8450BA">
                        <a:alpha val="100000"/>
                      </a:srgbClr>
                    </a:gs>
                    <a:gs pos="100000">
                      <a:srgbClr val="382368">
                        <a:alpha val="100000"/>
                      </a:srgbClr>
                    </a:gs>
                  </a:gsLst>
                  <a:lin ang="54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ROS: 让不同模块更容易协作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31186" y="7900395"/>
            <a:ext cx="8028114" cy="51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</a:pPr>
            <a:r>
              <a:rPr lang="en-US" sz="27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如果每个模块自己连接，自己写：系统难维护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50000">
              <a:srgbClr val="ED914E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4952098">
            <a:off x="7334509" y="-38689"/>
            <a:ext cx="12226878" cy="14022434"/>
          </a:xfrm>
          <a:custGeom>
            <a:avLst/>
            <a:gdLst/>
            <a:ahLst/>
            <a:cxnLst/>
            <a:rect r="r" b="b" t="t" l="l"/>
            <a:pathLst>
              <a:path h="14022434" w="12226878">
                <a:moveTo>
                  <a:pt x="0" y="14022434"/>
                </a:moveTo>
                <a:lnTo>
                  <a:pt x="12226878" y="14022434"/>
                </a:lnTo>
                <a:lnTo>
                  <a:pt x="12226878" y="0"/>
                </a:lnTo>
                <a:lnTo>
                  <a:pt x="0" y="0"/>
                </a:lnTo>
                <a:lnTo>
                  <a:pt x="0" y="14022434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0438967" y="-387449"/>
            <a:ext cx="18377741" cy="11571066"/>
            <a:chOff x="0" y="0"/>
            <a:chExt cx="3718116" cy="234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379" y="0"/>
              <a:ext cx="3689359" cy="2327590"/>
            </a:xfrm>
            <a:custGeom>
              <a:avLst/>
              <a:gdLst/>
              <a:ahLst/>
              <a:cxnLst/>
              <a:rect r="r" b="b" t="t" l="l"/>
              <a:pathLst>
                <a:path h="2327590" w="3689359">
                  <a:moveTo>
                    <a:pt x="1861970" y="2319242"/>
                  </a:moveTo>
                  <a:lnTo>
                    <a:pt x="3686447" y="21773"/>
                  </a:lnTo>
                  <a:cubicBezTo>
                    <a:pt x="3689651" y="17739"/>
                    <a:pt x="3690263" y="12227"/>
                    <a:pt x="3688023" y="7588"/>
                  </a:cubicBezTo>
                  <a:cubicBezTo>
                    <a:pt x="3685783" y="2948"/>
                    <a:pt x="3681086" y="0"/>
                    <a:pt x="3675934" y="0"/>
                  </a:cubicBezTo>
                  <a:lnTo>
                    <a:pt x="13425" y="0"/>
                  </a:lnTo>
                  <a:cubicBezTo>
                    <a:pt x="8273" y="0"/>
                    <a:pt x="3575" y="2948"/>
                    <a:pt x="1335" y="7588"/>
                  </a:cubicBezTo>
                  <a:cubicBezTo>
                    <a:pt x="-905" y="12227"/>
                    <a:pt x="-292" y="17739"/>
                    <a:pt x="2912" y="21773"/>
                  </a:cubicBezTo>
                  <a:lnTo>
                    <a:pt x="1827389" y="2319242"/>
                  </a:lnTo>
                  <a:cubicBezTo>
                    <a:pt x="1831577" y="2324516"/>
                    <a:pt x="1837944" y="2327590"/>
                    <a:pt x="1844679" y="2327590"/>
                  </a:cubicBezTo>
                  <a:cubicBezTo>
                    <a:pt x="1851414" y="2327590"/>
                    <a:pt x="1857781" y="2324516"/>
                    <a:pt x="1861970" y="23192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580956" y="119590"/>
              <a:ext cx="2556205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496238" y="-1505648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96238" y="8781352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612468">
            <a:off x="11485040" y="1520471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2889053">
            <a:off x="5493665" y="4814308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22084168" y="0"/>
                </a:moveTo>
                <a:lnTo>
                  <a:pt x="0" y="0"/>
                </a:lnTo>
                <a:lnTo>
                  <a:pt x="0" y="7379792"/>
                </a:lnTo>
                <a:lnTo>
                  <a:pt x="22084168" y="7379792"/>
                </a:lnTo>
                <a:lnTo>
                  <a:pt x="22084168" y="0"/>
                </a:lnTo>
                <a:close/>
              </a:path>
            </a:pathLst>
          </a:custGeom>
          <a:blipFill>
            <a:blip r:embed="rId5">
              <a:alphaModFix amt="5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37363" y="-590669"/>
            <a:ext cx="8866179" cy="16757382"/>
          </a:xfrm>
          <a:custGeom>
            <a:avLst/>
            <a:gdLst/>
            <a:ahLst/>
            <a:cxnLst/>
            <a:rect r="r" b="b" t="t" l="l"/>
            <a:pathLst>
              <a:path h="16757382" w="8866179">
                <a:moveTo>
                  <a:pt x="0" y="0"/>
                </a:moveTo>
                <a:lnTo>
                  <a:pt x="8866179" y="0"/>
                </a:lnTo>
                <a:lnTo>
                  <a:pt x="8866179" y="16757382"/>
                </a:lnTo>
                <a:lnTo>
                  <a:pt x="0" y="16757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291684">
            <a:off x="14547974" y="4143228"/>
            <a:ext cx="4666117" cy="6503298"/>
          </a:xfrm>
          <a:custGeom>
            <a:avLst/>
            <a:gdLst/>
            <a:ahLst/>
            <a:cxnLst/>
            <a:rect r="r" b="b" t="t" l="l"/>
            <a:pathLst>
              <a:path h="6503298" w="4666117">
                <a:moveTo>
                  <a:pt x="4666117" y="0"/>
                </a:moveTo>
                <a:lnTo>
                  <a:pt x="0" y="0"/>
                </a:lnTo>
                <a:lnTo>
                  <a:pt x="0" y="6503298"/>
                </a:lnTo>
                <a:lnTo>
                  <a:pt x="4666117" y="6503298"/>
                </a:lnTo>
                <a:lnTo>
                  <a:pt x="4666117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33334" y="1955553"/>
            <a:ext cx="7662908" cy="5740937"/>
            <a:chOff x="0" y="0"/>
            <a:chExt cx="2164061" cy="16212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64061" cy="1621283"/>
            </a:xfrm>
            <a:custGeom>
              <a:avLst/>
              <a:gdLst/>
              <a:ahLst/>
              <a:cxnLst/>
              <a:rect r="r" b="b" t="t" l="l"/>
              <a:pathLst>
                <a:path h="1621283" w="2164061">
                  <a:moveTo>
                    <a:pt x="41423" y="0"/>
                  </a:moveTo>
                  <a:lnTo>
                    <a:pt x="2122639" y="0"/>
                  </a:lnTo>
                  <a:cubicBezTo>
                    <a:pt x="2145516" y="0"/>
                    <a:pt x="2164061" y="18546"/>
                    <a:pt x="2164061" y="41423"/>
                  </a:cubicBezTo>
                  <a:lnTo>
                    <a:pt x="2164061" y="1579860"/>
                  </a:lnTo>
                  <a:cubicBezTo>
                    <a:pt x="2164061" y="1602737"/>
                    <a:pt x="2145516" y="1621283"/>
                    <a:pt x="2122639" y="1621283"/>
                  </a:cubicBezTo>
                  <a:lnTo>
                    <a:pt x="41423" y="1621283"/>
                  </a:lnTo>
                  <a:cubicBezTo>
                    <a:pt x="18546" y="1621283"/>
                    <a:pt x="0" y="1602737"/>
                    <a:pt x="0" y="1579860"/>
                  </a:cubicBezTo>
                  <a:lnTo>
                    <a:pt x="0" y="41423"/>
                  </a:lnTo>
                  <a:cubicBezTo>
                    <a:pt x="0" y="18546"/>
                    <a:pt x="18546" y="0"/>
                    <a:pt x="41423" y="0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28575" cap="rnd">
              <a:solidFill>
                <a:srgbClr val="FFFFFF">
                  <a:alpha val="19608"/>
                </a:srgbClr>
              </a:solidFill>
              <a:prstDash val="sysDot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64061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9984" y="1831728"/>
            <a:ext cx="7662908" cy="5740937"/>
            <a:chOff x="0" y="0"/>
            <a:chExt cx="2164061" cy="16212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64061" cy="1621283"/>
            </a:xfrm>
            <a:custGeom>
              <a:avLst/>
              <a:gdLst/>
              <a:ahLst/>
              <a:cxnLst/>
              <a:rect r="r" b="b" t="t" l="l"/>
              <a:pathLst>
                <a:path h="1621283" w="2164061">
                  <a:moveTo>
                    <a:pt x="41423" y="0"/>
                  </a:moveTo>
                  <a:lnTo>
                    <a:pt x="2122639" y="0"/>
                  </a:lnTo>
                  <a:cubicBezTo>
                    <a:pt x="2145516" y="0"/>
                    <a:pt x="2164061" y="18546"/>
                    <a:pt x="2164061" y="41423"/>
                  </a:cubicBezTo>
                  <a:lnTo>
                    <a:pt x="2164061" y="1579860"/>
                  </a:lnTo>
                  <a:cubicBezTo>
                    <a:pt x="2164061" y="1602737"/>
                    <a:pt x="2145516" y="1621283"/>
                    <a:pt x="2122639" y="1621283"/>
                  </a:cubicBezTo>
                  <a:lnTo>
                    <a:pt x="41423" y="1621283"/>
                  </a:lnTo>
                  <a:cubicBezTo>
                    <a:pt x="18546" y="1621283"/>
                    <a:pt x="0" y="1602737"/>
                    <a:pt x="0" y="1579860"/>
                  </a:cubicBezTo>
                  <a:lnTo>
                    <a:pt x="0" y="41423"/>
                  </a:lnTo>
                  <a:cubicBezTo>
                    <a:pt x="0" y="18546"/>
                    <a:pt x="18546" y="0"/>
                    <a:pt x="414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64061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16794" y="2265699"/>
            <a:ext cx="6921513" cy="137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9"/>
              </a:lnSpc>
            </a:pPr>
            <a:r>
              <a:rPr lang="en-US" sz="8797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什么是ROS?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64439" y="4859846"/>
            <a:ext cx="5944429" cy="48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8"/>
              </a:lnSpc>
            </a:pPr>
            <a:r>
              <a:rPr lang="en-US"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帮助机器人中不通的程序：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4439" y="3826177"/>
            <a:ext cx="603777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gradFill>
                  <a:gsLst>
                    <a:gs pos="0">
                      <a:srgbClr val="8450BA">
                        <a:alpha val="100000"/>
                      </a:srgbClr>
                    </a:gs>
                    <a:gs pos="100000">
                      <a:srgbClr val="382368">
                        <a:alpha val="100000"/>
                      </a:srgbClr>
                    </a:gs>
                  </a:gsLst>
                  <a:lin ang="54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用于构建机器人软件的框架与生态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55987" y="5652370"/>
            <a:ext cx="1872868" cy="94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5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分工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28855" y="5652370"/>
            <a:ext cx="1872868" cy="94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5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通信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01724" y="5652370"/>
            <a:ext cx="1872868" cy="94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3"/>
              </a:lnSpc>
            </a:pPr>
            <a:r>
              <a:rPr lang="en-US" sz="5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复用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50BA">
                <a:alpha val="100000"/>
              </a:srgbClr>
            </a:gs>
            <a:gs pos="100000">
              <a:srgbClr val="38236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38702">
            <a:off x="4142971" y="3516786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0"/>
                </a:moveTo>
                <a:lnTo>
                  <a:pt x="22084168" y="0"/>
                </a:lnTo>
                <a:lnTo>
                  <a:pt x="22084168" y="7379793"/>
                </a:lnTo>
                <a:lnTo>
                  <a:pt x="0" y="7379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7903084">
            <a:off x="-7747546" y="3909335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103021">
            <a:off x="-4037554" y="1404754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0" y="0"/>
                </a:moveTo>
                <a:lnTo>
                  <a:pt x="12165381" y="0"/>
                </a:lnTo>
                <a:lnTo>
                  <a:pt x="12165381" y="16454224"/>
                </a:lnTo>
                <a:lnTo>
                  <a:pt x="0" y="164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2034537">
            <a:off x="9663395" y="1892545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295731">
            <a:off x="9395925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0" y="0"/>
                </a:moveTo>
                <a:lnTo>
                  <a:pt x="8801484" y="0"/>
                </a:lnTo>
                <a:lnTo>
                  <a:pt x="8801484" y="12540974"/>
                </a:lnTo>
                <a:lnTo>
                  <a:pt x="0" y="12540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3295731">
            <a:off x="682766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8801484" y="0"/>
                </a:moveTo>
                <a:lnTo>
                  <a:pt x="0" y="0"/>
                </a:lnTo>
                <a:lnTo>
                  <a:pt x="0" y="12540974"/>
                </a:lnTo>
                <a:lnTo>
                  <a:pt x="8801484" y="12540974"/>
                </a:lnTo>
                <a:lnTo>
                  <a:pt x="880148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965301" y="2533107"/>
            <a:ext cx="19949211" cy="6173187"/>
            <a:chOff x="0" y="0"/>
            <a:chExt cx="5724145" cy="17713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8328" y="0"/>
              <a:ext cx="5687489" cy="1764024"/>
            </a:xfrm>
            <a:custGeom>
              <a:avLst/>
              <a:gdLst/>
              <a:ahLst/>
              <a:cxnLst/>
              <a:rect r="r" b="b" t="t" l="l"/>
              <a:pathLst>
                <a:path h="1764024" w="5687489">
                  <a:moveTo>
                    <a:pt x="2865524" y="1757830"/>
                  </a:moveTo>
                  <a:lnTo>
                    <a:pt x="5684037" y="13479"/>
                  </a:lnTo>
                  <a:cubicBezTo>
                    <a:pt x="5686806" y="11766"/>
                    <a:pt x="5688101" y="8424"/>
                    <a:pt x="5687210" y="5292"/>
                  </a:cubicBezTo>
                  <a:cubicBezTo>
                    <a:pt x="5686320" y="2160"/>
                    <a:pt x="5683459" y="0"/>
                    <a:pt x="5680203" y="0"/>
                  </a:cubicBezTo>
                  <a:lnTo>
                    <a:pt x="7285" y="0"/>
                  </a:lnTo>
                  <a:cubicBezTo>
                    <a:pt x="4030" y="0"/>
                    <a:pt x="1169" y="2160"/>
                    <a:pt x="278" y="5292"/>
                  </a:cubicBezTo>
                  <a:cubicBezTo>
                    <a:pt x="-612" y="8424"/>
                    <a:pt x="683" y="11766"/>
                    <a:pt x="3452" y="13479"/>
                  </a:cubicBezTo>
                  <a:lnTo>
                    <a:pt x="2821965" y="1757830"/>
                  </a:lnTo>
                  <a:cubicBezTo>
                    <a:pt x="2835310" y="1766089"/>
                    <a:pt x="2852179" y="1766089"/>
                    <a:pt x="2865524" y="175783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FC69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894398" y="78897"/>
              <a:ext cx="3935350" cy="870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51699" y="-101610"/>
            <a:ext cx="18791397" cy="2893528"/>
            <a:chOff x="0" y="0"/>
            <a:chExt cx="5391927" cy="830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1927" cy="830257"/>
            </a:xfrm>
            <a:custGeom>
              <a:avLst/>
              <a:gdLst/>
              <a:ahLst/>
              <a:cxnLst/>
              <a:rect r="r" b="b" t="t" l="l"/>
              <a:pathLst>
                <a:path h="830257" w="5391927">
                  <a:moveTo>
                    <a:pt x="0" y="0"/>
                  </a:moveTo>
                  <a:lnTo>
                    <a:pt x="5391927" y="0"/>
                  </a:lnTo>
                  <a:lnTo>
                    <a:pt x="5391927" y="830257"/>
                  </a:lnTo>
                  <a:lnTo>
                    <a:pt x="0" y="830257"/>
                  </a:lnTo>
                  <a:close/>
                </a:path>
              </a:pathLst>
            </a:custGeom>
            <a:solidFill>
              <a:srgbClr val="FE5C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391927" cy="877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004547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3453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04675">
            <a:off x="10629432" y="-283824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0" y="0"/>
                </a:moveTo>
                <a:lnTo>
                  <a:pt x="8071253" y="0"/>
                </a:lnTo>
                <a:lnTo>
                  <a:pt x="8071253" y="9256541"/>
                </a:lnTo>
                <a:lnTo>
                  <a:pt x="0" y="92565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567059">
            <a:off x="-534796" y="-224518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8071252" y="0"/>
                </a:moveTo>
                <a:lnTo>
                  <a:pt x="0" y="0"/>
                </a:lnTo>
                <a:lnTo>
                  <a:pt x="0" y="9256541"/>
                </a:lnTo>
                <a:lnTo>
                  <a:pt x="8071252" y="9256541"/>
                </a:lnTo>
                <a:lnTo>
                  <a:pt x="807125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79047">
            <a:off x="-2131846" y="-722628"/>
            <a:ext cx="5527562" cy="3759166"/>
          </a:xfrm>
          <a:custGeom>
            <a:avLst/>
            <a:gdLst/>
            <a:ahLst/>
            <a:cxnLst/>
            <a:rect r="r" b="b" t="t" l="l"/>
            <a:pathLst>
              <a:path h="3759166" w="5527562">
                <a:moveTo>
                  <a:pt x="0" y="0"/>
                </a:moveTo>
                <a:lnTo>
                  <a:pt x="5527563" y="0"/>
                </a:lnTo>
                <a:lnTo>
                  <a:pt x="5527563" y="3759166"/>
                </a:lnTo>
                <a:lnTo>
                  <a:pt x="0" y="37591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406784">
            <a:off x="15011048" y="-669427"/>
            <a:ext cx="5249991" cy="3570396"/>
          </a:xfrm>
          <a:custGeom>
            <a:avLst/>
            <a:gdLst/>
            <a:ahLst/>
            <a:cxnLst/>
            <a:rect r="r" b="b" t="t" l="l"/>
            <a:pathLst>
              <a:path h="3570396" w="5249991">
                <a:moveTo>
                  <a:pt x="5249990" y="0"/>
                </a:moveTo>
                <a:lnTo>
                  <a:pt x="0" y="0"/>
                </a:lnTo>
                <a:lnTo>
                  <a:pt x="0" y="3570396"/>
                </a:lnTo>
                <a:lnTo>
                  <a:pt x="5249990" y="3570396"/>
                </a:lnTo>
                <a:lnTo>
                  <a:pt x="524999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227444" y="719038"/>
            <a:ext cx="11833113" cy="103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6"/>
              </a:lnSpc>
            </a:pPr>
            <a:r>
              <a:rPr lang="en-US" sz="6834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NODE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43843" y="1913680"/>
            <a:ext cx="7200313" cy="4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7"/>
              </a:lnSpc>
            </a:pPr>
            <a:r>
              <a:rPr lang="en-US" sz="2790" b="true">
                <a:solidFill>
                  <a:srgbClr val="FE5C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负责具体工作的程序部分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180925" y="2791918"/>
            <a:ext cx="11926149" cy="6466382"/>
            <a:chOff x="0" y="0"/>
            <a:chExt cx="3141043" cy="1703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41044" cy="1703080"/>
            </a:xfrm>
            <a:custGeom>
              <a:avLst/>
              <a:gdLst/>
              <a:ahLst/>
              <a:cxnLst/>
              <a:rect r="r" b="b" t="t" l="l"/>
              <a:pathLst>
                <a:path h="1703080" w="3141044">
                  <a:moveTo>
                    <a:pt x="25966" y="0"/>
                  </a:moveTo>
                  <a:lnTo>
                    <a:pt x="3115077" y="0"/>
                  </a:lnTo>
                  <a:cubicBezTo>
                    <a:pt x="3121964" y="0"/>
                    <a:pt x="3128569" y="2736"/>
                    <a:pt x="3133438" y="7605"/>
                  </a:cubicBezTo>
                  <a:cubicBezTo>
                    <a:pt x="3138308" y="12475"/>
                    <a:pt x="3141044" y="19080"/>
                    <a:pt x="3141044" y="25966"/>
                  </a:cubicBezTo>
                  <a:lnTo>
                    <a:pt x="3141044" y="1677114"/>
                  </a:lnTo>
                  <a:cubicBezTo>
                    <a:pt x="3141044" y="1691455"/>
                    <a:pt x="3129418" y="1703080"/>
                    <a:pt x="3115077" y="1703080"/>
                  </a:cubicBezTo>
                  <a:lnTo>
                    <a:pt x="25966" y="1703080"/>
                  </a:lnTo>
                  <a:cubicBezTo>
                    <a:pt x="19080" y="1703080"/>
                    <a:pt x="12475" y="1700344"/>
                    <a:pt x="7605" y="1695475"/>
                  </a:cubicBezTo>
                  <a:cubicBezTo>
                    <a:pt x="2736" y="1690605"/>
                    <a:pt x="0" y="1684001"/>
                    <a:pt x="0" y="1677114"/>
                  </a:cubicBezTo>
                  <a:lnTo>
                    <a:pt x="0" y="25966"/>
                  </a:lnTo>
                  <a:cubicBezTo>
                    <a:pt x="0" y="19080"/>
                    <a:pt x="2736" y="12475"/>
                    <a:pt x="7605" y="7605"/>
                  </a:cubicBezTo>
                  <a:cubicBezTo>
                    <a:pt x="12475" y="2736"/>
                    <a:pt x="19080" y="0"/>
                    <a:pt x="259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141043" cy="175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592070" y="3105180"/>
            <a:ext cx="3567728" cy="4736998"/>
            <a:chOff x="0" y="0"/>
            <a:chExt cx="939649" cy="12476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24926" y="3105180"/>
            <a:ext cx="3567728" cy="4736998"/>
            <a:chOff x="0" y="0"/>
            <a:chExt cx="939649" cy="12476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424926" y="8051729"/>
            <a:ext cx="3567728" cy="808878"/>
            <a:chOff x="0" y="0"/>
            <a:chExt cx="939649" cy="2130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188578" y="3105180"/>
            <a:ext cx="3567728" cy="4736998"/>
            <a:chOff x="0" y="0"/>
            <a:chExt cx="939649" cy="124760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188578" y="8051729"/>
            <a:ext cx="3567728" cy="808878"/>
            <a:chOff x="0" y="0"/>
            <a:chExt cx="939649" cy="21303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746586" y="3275632"/>
            <a:ext cx="3258695" cy="4396096"/>
            <a:chOff x="0" y="0"/>
            <a:chExt cx="858257" cy="11578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582879" y="3275632"/>
            <a:ext cx="3258695" cy="4396096"/>
            <a:chOff x="0" y="0"/>
            <a:chExt cx="858257" cy="11578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343094" y="3275632"/>
            <a:ext cx="3258695" cy="4396096"/>
            <a:chOff x="0" y="0"/>
            <a:chExt cx="858257" cy="115781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4036222" y="4288231"/>
            <a:ext cx="2679423" cy="2183730"/>
          </a:xfrm>
          <a:custGeom>
            <a:avLst/>
            <a:gdLst/>
            <a:ahLst/>
            <a:cxnLst/>
            <a:rect r="r" b="b" t="t" l="l"/>
            <a:pathLst>
              <a:path h="2183730" w="2679423">
                <a:moveTo>
                  <a:pt x="0" y="0"/>
                </a:moveTo>
                <a:lnTo>
                  <a:pt x="2679423" y="0"/>
                </a:lnTo>
                <a:lnTo>
                  <a:pt x="2679423" y="2183730"/>
                </a:lnTo>
                <a:lnTo>
                  <a:pt x="0" y="21837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7838063" y="4005121"/>
            <a:ext cx="2749949" cy="2749949"/>
          </a:xfrm>
          <a:custGeom>
            <a:avLst/>
            <a:gdLst/>
            <a:ahLst/>
            <a:cxnLst/>
            <a:rect r="r" b="b" t="t" l="l"/>
            <a:pathLst>
              <a:path h="2749949" w="2749949">
                <a:moveTo>
                  <a:pt x="0" y="0"/>
                </a:moveTo>
                <a:lnTo>
                  <a:pt x="2749949" y="0"/>
                </a:lnTo>
                <a:lnTo>
                  <a:pt x="2749949" y="2749949"/>
                </a:lnTo>
                <a:lnTo>
                  <a:pt x="0" y="2749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-5400000">
            <a:off x="11289431" y="4361874"/>
            <a:ext cx="3366022" cy="2036443"/>
          </a:xfrm>
          <a:custGeom>
            <a:avLst/>
            <a:gdLst/>
            <a:ahLst/>
            <a:cxnLst/>
            <a:rect r="r" b="b" t="t" l="l"/>
            <a:pathLst>
              <a:path h="2036443" w="3366022">
                <a:moveTo>
                  <a:pt x="0" y="0"/>
                </a:moveTo>
                <a:lnTo>
                  <a:pt x="3366022" y="0"/>
                </a:lnTo>
                <a:lnTo>
                  <a:pt x="3366022" y="2036444"/>
                </a:lnTo>
                <a:lnTo>
                  <a:pt x="0" y="20364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8093248" y="8139054"/>
            <a:ext cx="2239580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vision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3592070" y="8051729"/>
            <a:ext cx="3567728" cy="808878"/>
            <a:chOff x="0" y="0"/>
            <a:chExt cx="939649" cy="21303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4256144" y="8139054"/>
            <a:ext cx="2239580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camera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489999" y="8139054"/>
            <a:ext cx="3111791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motor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50BA">
                <a:alpha val="100000"/>
              </a:srgbClr>
            </a:gs>
            <a:gs pos="100000">
              <a:srgbClr val="38236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38702">
            <a:off x="4142971" y="3516786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0"/>
                </a:moveTo>
                <a:lnTo>
                  <a:pt x="22084168" y="0"/>
                </a:lnTo>
                <a:lnTo>
                  <a:pt x="22084168" y="7379793"/>
                </a:lnTo>
                <a:lnTo>
                  <a:pt x="0" y="7379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7903084">
            <a:off x="-7747546" y="3909335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103021">
            <a:off x="-4037554" y="1404754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0" y="0"/>
                </a:moveTo>
                <a:lnTo>
                  <a:pt x="12165381" y="0"/>
                </a:lnTo>
                <a:lnTo>
                  <a:pt x="12165381" y="16454224"/>
                </a:lnTo>
                <a:lnTo>
                  <a:pt x="0" y="164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2034537">
            <a:off x="9663395" y="1892545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295731">
            <a:off x="9395925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0" y="0"/>
                </a:moveTo>
                <a:lnTo>
                  <a:pt x="8801484" y="0"/>
                </a:lnTo>
                <a:lnTo>
                  <a:pt x="8801484" y="12540974"/>
                </a:lnTo>
                <a:lnTo>
                  <a:pt x="0" y="12540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3295731">
            <a:off x="682766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8801484" y="0"/>
                </a:moveTo>
                <a:lnTo>
                  <a:pt x="0" y="0"/>
                </a:lnTo>
                <a:lnTo>
                  <a:pt x="0" y="12540974"/>
                </a:lnTo>
                <a:lnTo>
                  <a:pt x="8801484" y="12540974"/>
                </a:lnTo>
                <a:lnTo>
                  <a:pt x="880148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965301" y="2533107"/>
            <a:ext cx="19949211" cy="6173187"/>
            <a:chOff x="0" y="0"/>
            <a:chExt cx="5724145" cy="17713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8328" y="0"/>
              <a:ext cx="5687489" cy="1764024"/>
            </a:xfrm>
            <a:custGeom>
              <a:avLst/>
              <a:gdLst/>
              <a:ahLst/>
              <a:cxnLst/>
              <a:rect r="r" b="b" t="t" l="l"/>
              <a:pathLst>
                <a:path h="1764024" w="5687489">
                  <a:moveTo>
                    <a:pt x="2865524" y="1757830"/>
                  </a:moveTo>
                  <a:lnTo>
                    <a:pt x="5684037" y="13479"/>
                  </a:lnTo>
                  <a:cubicBezTo>
                    <a:pt x="5686806" y="11766"/>
                    <a:pt x="5688101" y="8424"/>
                    <a:pt x="5687210" y="5292"/>
                  </a:cubicBezTo>
                  <a:cubicBezTo>
                    <a:pt x="5686320" y="2160"/>
                    <a:pt x="5683459" y="0"/>
                    <a:pt x="5680203" y="0"/>
                  </a:cubicBezTo>
                  <a:lnTo>
                    <a:pt x="7285" y="0"/>
                  </a:lnTo>
                  <a:cubicBezTo>
                    <a:pt x="4030" y="0"/>
                    <a:pt x="1169" y="2160"/>
                    <a:pt x="278" y="5292"/>
                  </a:cubicBezTo>
                  <a:cubicBezTo>
                    <a:pt x="-612" y="8424"/>
                    <a:pt x="683" y="11766"/>
                    <a:pt x="3452" y="13479"/>
                  </a:cubicBezTo>
                  <a:lnTo>
                    <a:pt x="2821965" y="1757830"/>
                  </a:lnTo>
                  <a:cubicBezTo>
                    <a:pt x="2835310" y="1766089"/>
                    <a:pt x="2852179" y="1766089"/>
                    <a:pt x="2865524" y="175783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FC69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894398" y="78897"/>
              <a:ext cx="3935350" cy="870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51699" y="-101610"/>
            <a:ext cx="18791397" cy="2893528"/>
            <a:chOff x="0" y="0"/>
            <a:chExt cx="5391927" cy="830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1927" cy="830257"/>
            </a:xfrm>
            <a:custGeom>
              <a:avLst/>
              <a:gdLst/>
              <a:ahLst/>
              <a:cxnLst/>
              <a:rect r="r" b="b" t="t" l="l"/>
              <a:pathLst>
                <a:path h="830257" w="5391927">
                  <a:moveTo>
                    <a:pt x="0" y="0"/>
                  </a:moveTo>
                  <a:lnTo>
                    <a:pt x="5391927" y="0"/>
                  </a:lnTo>
                  <a:lnTo>
                    <a:pt x="5391927" y="830257"/>
                  </a:lnTo>
                  <a:lnTo>
                    <a:pt x="0" y="830257"/>
                  </a:lnTo>
                  <a:close/>
                </a:path>
              </a:pathLst>
            </a:custGeom>
            <a:solidFill>
              <a:srgbClr val="FE5C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391927" cy="877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004547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3453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04675">
            <a:off x="10629432" y="-283824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0" y="0"/>
                </a:moveTo>
                <a:lnTo>
                  <a:pt x="8071253" y="0"/>
                </a:lnTo>
                <a:lnTo>
                  <a:pt x="8071253" y="9256541"/>
                </a:lnTo>
                <a:lnTo>
                  <a:pt x="0" y="92565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567059">
            <a:off x="-534796" y="-224518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8071252" y="0"/>
                </a:moveTo>
                <a:lnTo>
                  <a:pt x="0" y="0"/>
                </a:lnTo>
                <a:lnTo>
                  <a:pt x="0" y="9256541"/>
                </a:lnTo>
                <a:lnTo>
                  <a:pt x="8071252" y="9256541"/>
                </a:lnTo>
                <a:lnTo>
                  <a:pt x="807125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79047">
            <a:off x="-2131846" y="-722628"/>
            <a:ext cx="5527562" cy="3759166"/>
          </a:xfrm>
          <a:custGeom>
            <a:avLst/>
            <a:gdLst/>
            <a:ahLst/>
            <a:cxnLst/>
            <a:rect r="r" b="b" t="t" l="l"/>
            <a:pathLst>
              <a:path h="3759166" w="5527562">
                <a:moveTo>
                  <a:pt x="0" y="0"/>
                </a:moveTo>
                <a:lnTo>
                  <a:pt x="5527563" y="0"/>
                </a:lnTo>
                <a:lnTo>
                  <a:pt x="5527563" y="3759166"/>
                </a:lnTo>
                <a:lnTo>
                  <a:pt x="0" y="37591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406784">
            <a:off x="15011048" y="-669427"/>
            <a:ext cx="5249991" cy="3570396"/>
          </a:xfrm>
          <a:custGeom>
            <a:avLst/>
            <a:gdLst/>
            <a:ahLst/>
            <a:cxnLst/>
            <a:rect r="r" b="b" t="t" l="l"/>
            <a:pathLst>
              <a:path h="3570396" w="5249991">
                <a:moveTo>
                  <a:pt x="5249990" y="0"/>
                </a:moveTo>
                <a:lnTo>
                  <a:pt x="0" y="0"/>
                </a:lnTo>
                <a:lnTo>
                  <a:pt x="0" y="3570396"/>
                </a:lnTo>
                <a:lnTo>
                  <a:pt x="5249990" y="3570396"/>
                </a:lnTo>
                <a:lnTo>
                  <a:pt x="524999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227444" y="719038"/>
            <a:ext cx="11833113" cy="103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6"/>
              </a:lnSpc>
            </a:pPr>
            <a:r>
              <a:rPr lang="en-US" sz="6834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TOPIC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43843" y="1913680"/>
            <a:ext cx="7200313" cy="4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7"/>
              </a:lnSpc>
            </a:pPr>
            <a:r>
              <a:rPr lang="en-US" sz="2790" b="true">
                <a:solidFill>
                  <a:srgbClr val="FE5C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NODE 通过 TOPIC 传递信息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180925" y="2791918"/>
            <a:ext cx="11926149" cy="6466382"/>
            <a:chOff x="0" y="0"/>
            <a:chExt cx="3141043" cy="1703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41044" cy="1703080"/>
            </a:xfrm>
            <a:custGeom>
              <a:avLst/>
              <a:gdLst/>
              <a:ahLst/>
              <a:cxnLst/>
              <a:rect r="r" b="b" t="t" l="l"/>
              <a:pathLst>
                <a:path h="1703080" w="3141044">
                  <a:moveTo>
                    <a:pt x="25966" y="0"/>
                  </a:moveTo>
                  <a:lnTo>
                    <a:pt x="3115077" y="0"/>
                  </a:lnTo>
                  <a:cubicBezTo>
                    <a:pt x="3121964" y="0"/>
                    <a:pt x="3128569" y="2736"/>
                    <a:pt x="3133438" y="7605"/>
                  </a:cubicBezTo>
                  <a:cubicBezTo>
                    <a:pt x="3138308" y="12475"/>
                    <a:pt x="3141044" y="19080"/>
                    <a:pt x="3141044" y="25966"/>
                  </a:cubicBezTo>
                  <a:lnTo>
                    <a:pt x="3141044" y="1677114"/>
                  </a:lnTo>
                  <a:cubicBezTo>
                    <a:pt x="3141044" y="1691455"/>
                    <a:pt x="3129418" y="1703080"/>
                    <a:pt x="3115077" y="1703080"/>
                  </a:cubicBezTo>
                  <a:lnTo>
                    <a:pt x="25966" y="1703080"/>
                  </a:lnTo>
                  <a:cubicBezTo>
                    <a:pt x="19080" y="1703080"/>
                    <a:pt x="12475" y="1700344"/>
                    <a:pt x="7605" y="1695475"/>
                  </a:cubicBezTo>
                  <a:cubicBezTo>
                    <a:pt x="2736" y="1690605"/>
                    <a:pt x="0" y="1684001"/>
                    <a:pt x="0" y="1677114"/>
                  </a:cubicBezTo>
                  <a:lnTo>
                    <a:pt x="0" y="25966"/>
                  </a:lnTo>
                  <a:cubicBezTo>
                    <a:pt x="0" y="19080"/>
                    <a:pt x="2736" y="12475"/>
                    <a:pt x="7605" y="7605"/>
                  </a:cubicBezTo>
                  <a:cubicBezTo>
                    <a:pt x="12475" y="2736"/>
                    <a:pt x="19080" y="0"/>
                    <a:pt x="259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141043" cy="175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592070" y="3105180"/>
            <a:ext cx="3567728" cy="4736998"/>
            <a:chOff x="0" y="0"/>
            <a:chExt cx="939649" cy="12476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90324" y="5216231"/>
            <a:ext cx="3567728" cy="808878"/>
            <a:chOff x="0" y="0"/>
            <a:chExt cx="939649" cy="2130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88578" y="3105180"/>
            <a:ext cx="3567728" cy="4736998"/>
            <a:chOff x="0" y="0"/>
            <a:chExt cx="939649" cy="12476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188578" y="8051729"/>
            <a:ext cx="3567728" cy="808878"/>
            <a:chOff x="0" y="0"/>
            <a:chExt cx="939649" cy="2130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746586" y="3275632"/>
            <a:ext cx="3258695" cy="4396096"/>
            <a:chOff x="0" y="0"/>
            <a:chExt cx="858257" cy="11578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343094" y="3275632"/>
            <a:ext cx="3258695" cy="4396096"/>
            <a:chOff x="0" y="0"/>
            <a:chExt cx="858257" cy="11578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4036222" y="4288231"/>
            <a:ext cx="2679423" cy="2183730"/>
          </a:xfrm>
          <a:custGeom>
            <a:avLst/>
            <a:gdLst/>
            <a:ahLst/>
            <a:cxnLst/>
            <a:rect r="r" b="b" t="t" l="l"/>
            <a:pathLst>
              <a:path h="2183730" w="2679423">
                <a:moveTo>
                  <a:pt x="0" y="0"/>
                </a:moveTo>
                <a:lnTo>
                  <a:pt x="2679423" y="0"/>
                </a:lnTo>
                <a:lnTo>
                  <a:pt x="2679423" y="2183730"/>
                </a:lnTo>
                <a:lnTo>
                  <a:pt x="0" y="21837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4" id="44"/>
          <p:cNvSpPr/>
          <p:nvPr/>
        </p:nvSpPr>
        <p:spPr>
          <a:xfrm>
            <a:off x="6998852" y="5600650"/>
            <a:ext cx="449114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11597467" y="4098705"/>
            <a:ext cx="2749949" cy="2749949"/>
          </a:xfrm>
          <a:custGeom>
            <a:avLst/>
            <a:gdLst/>
            <a:ahLst/>
            <a:cxnLst/>
            <a:rect r="r" b="b" t="t" l="l"/>
            <a:pathLst>
              <a:path h="2749949" w="2749949">
                <a:moveTo>
                  <a:pt x="0" y="0"/>
                </a:moveTo>
                <a:lnTo>
                  <a:pt x="2749949" y="0"/>
                </a:lnTo>
                <a:lnTo>
                  <a:pt x="2749949" y="2749949"/>
                </a:lnTo>
                <a:lnTo>
                  <a:pt x="0" y="2749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024210" y="5402230"/>
            <a:ext cx="223958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/camera/image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3592070" y="8051729"/>
            <a:ext cx="3567728" cy="808878"/>
            <a:chOff x="0" y="0"/>
            <a:chExt cx="939649" cy="2130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4256144" y="8139054"/>
            <a:ext cx="2239580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camera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489999" y="8139054"/>
            <a:ext cx="3111791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76583">
            <a:off x="-1676883" y="-1138631"/>
            <a:ext cx="12226878" cy="14022434"/>
          </a:xfrm>
          <a:custGeom>
            <a:avLst/>
            <a:gdLst/>
            <a:ahLst/>
            <a:cxnLst/>
            <a:rect r="r" b="b" t="t" l="l"/>
            <a:pathLst>
              <a:path h="14022434" w="12226878">
                <a:moveTo>
                  <a:pt x="0" y="0"/>
                </a:moveTo>
                <a:lnTo>
                  <a:pt x="12226878" y="0"/>
                </a:lnTo>
                <a:lnTo>
                  <a:pt x="12226878" y="14022434"/>
                </a:lnTo>
                <a:lnTo>
                  <a:pt x="0" y="14022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9463776" y="-387449"/>
            <a:ext cx="18377741" cy="11571066"/>
            <a:chOff x="0" y="0"/>
            <a:chExt cx="3718116" cy="234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379" y="0"/>
              <a:ext cx="3689359" cy="2327590"/>
            </a:xfrm>
            <a:custGeom>
              <a:avLst/>
              <a:gdLst/>
              <a:ahLst/>
              <a:cxnLst/>
              <a:rect r="r" b="b" t="t" l="l"/>
              <a:pathLst>
                <a:path h="2327590" w="3689359">
                  <a:moveTo>
                    <a:pt x="1861970" y="2319242"/>
                  </a:moveTo>
                  <a:lnTo>
                    <a:pt x="3686447" y="21773"/>
                  </a:lnTo>
                  <a:cubicBezTo>
                    <a:pt x="3689651" y="17739"/>
                    <a:pt x="3690263" y="12227"/>
                    <a:pt x="3688023" y="7588"/>
                  </a:cubicBezTo>
                  <a:cubicBezTo>
                    <a:pt x="3685783" y="2948"/>
                    <a:pt x="3681086" y="0"/>
                    <a:pt x="3675934" y="0"/>
                  </a:cubicBezTo>
                  <a:lnTo>
                    <a:pt x="13425" y="0"/>
                  </a:lnTo>
                  <a:cubicBezTo>
                    <a:pt x="8273" y="0"/>
                    <a:pt x="3575" y="2948"/>
                    <a:pt x="1335" y="7588"/>
                  </a:cubicBezTo>
                  <a:cubicBezTo>
                    <a:pt x="-905" y="12227"/>
                    <a:pt x="-292" y="17739"/>
                    <a:pt x="2912" y="21773"/>
                  </a:cubicBezTo>
                  <a:lnTo>
                    <a:pt x="1827389" y="2319242"/>
                  </a:lnTo>
                  <a:cubicBezTo>
                    <a:pt x="1831577" y="2324516"/>
                    <a:pt x="1837944" y="2327590"/>
                    <a:pt x="1844679" y="2327590"/>
                  </a:cubicBezTo>
                  <a:cubicBezTo>
                    <a:pt x="1851414" y="2327590"/>
                    <a:pt x="1857781" y="2324516"/>
                    <a:pt x="1861970" y="23192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580956" y="119590"/>
              <a:ext cx="2556205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814663">
            <a:off x="-6457971" y="20651"/>
            <a:ext cx="15378196" cy="20799701"/>
          </a:xfrm>
          <a:custGeom>
            <a:avLst/>
            <a:gdLst/>
            <a:ahLst/>
            <a:cxnLst/>
            <a:rect r="r" b="b" t="t" l="l"/>
            <a:pathLst>
              <a:path h="20799701" w="15378196">
                <a:moveTo>
                  <a:pt x="0" y="0"/>
                </a:moveTo>
                <a:lnTo>
                  <a:pt x="15378196" y="0"/>
                </a:lnTo>
                <a:lnTo>
                  <a:pt x="15378196" y="20799701"/>
                </a:lnTo>
                <a:lnTo>
                  <a:pt x="0" y="20799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7903084">
            <a:off x="-8544966" y="4721801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91762" y="-1505648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91762" y="8781352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055355" y="558180"/>
            <a:ext cx="7858610" cy="13340233"/>
          </a:xfrm>
          <a:custGeom>
            <a:avLst/>
            <a:gdLst/>
            <a:ahLst/>
            <a:cxnLst/>
            <a:rect r="r" b="b" t="t" l="l"/>
            <a:pathLst>
              <a:path h="13340233" w="7858610">
                <a:moveTo>
                  <a:pt x="7858610" y="0"/>
                </a:moveTo>
                <a:lnTo>
                  <a:pt x="0" y="0"/>
                </a:lnTo>
                <a:lnTo>
                  <a:pt x="0" y="13340233"/>
                </a:lnTo>
                <a:lnTo>
                  <a:pt x="7858610" y="13340233"/>
                </a:lnTo>
                <a:lnTo>
                  <a:pt x="785861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56383">
            <a:off x="-1041797" y="4514680"/>
            <a:ext cx="4666117" cy="6503298"/>
          </a:xfrm>
          <a:custGeom>
            <a:avLst/>
            <a:gdLst/>
            <a:ahLst/>
            <a:cxnLst/>
            <a:rect r="r" b="b" t="t" l="l"/>
            <a:pathLst>
              <a:path h="6503298" w="4666117">
                <a:moveTo>
                  <a:pt x="0" y="0"/>
                </a:moveTo>
                <a:lnTo>
                  <a:pt x="4666117" y="0"/>
                </a:lnTo>
                <a:lnTo>
                  <a:pt x="4666117" y="6503298"/>
                </a:lnTo>
                <a:lnTo>
                  <a:pt x="0" y="65032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729742" y="2396857"/>
            <a:ext cx="7662908" cy="5740937"/>
            <a:chOff x="0" y="0"/>
            <a:chExt cx="2164061" cy="16212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64061" cy="1621283"/>
            </a:xfrm>
            <a:custGeom>
              <a:avLst/>
              <a:gdLst/>
              <a:ahLst/>
              <a:cxnLst/>
              <a:rect r="r" b="b" t="t" l="l"/>
              <a:pathLst>
                <a:path h="1621283" w="2164061">
                  <a:moveTo>
                    <a:pt x="41423" y="0"/>
                  </a:moveTo>
                  <a:lnTo>
                    <a:pt x="2122639" y="0"/>
                  </a:lnTo>
                  <a:cubicBezTo>
                    <a:pt x="2145516" y="0"/>
                    <a:pt x="2164061" y="18546"/>
                    <a:pt x="2164061" y="41423"/>
                  </a:cubicBezTo>
                  <a:lnTo>
                    <a:pt x="2164061" y="1579860"/>
                  </a:lnTo>
                  <a:cubicBezTo>
                    <a:pt x="2164061" y="1602737"/>
                    <a:pt x="2145516" y="1621283"/>
                    <a:pt x="2122639" y="1621283"/>
                  </a:cubicBezTo>
                  <a:lnTo>
                    <a:pt x="41423" y="1621283"/>
                  </a:lnTo>
                  <a:cubicBezTo>
                    <a:pt x="18546" y="1621283"/>
                    <a:pt x="0" y="1602737"/>
                    <a:pt x="0" y="1579860"/>
                  </a:cubicBezTo>
                  <a:lnTo>
                    <a:pt x="0" y="41423"/>
                  </a:lnTo>
                  <a:cubicBezTo>
                    <a:pt x="0" y="18546"/>
                    <a:pt x="18546" y="0"/>
                    <a:pt x="41423" y="0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28575" cap="rnd">
              <a:solidFill>
                <a:srgbClr val="FFFFFF">
                  <a:alpha val="19608"/>
                </a:srgbClr>
              </a:solidFill>
              <a:prstDash val="sysDot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64061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29742" y="2273032"/>
            <a:ext cx="7529558" cy="5740937"/>
            <a:chOff x="0" y="0"/>
            <a:chExt cx="2126402" cy="16212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6402" cy="1621283"/>
            </a:xfrm>
            <a:custGeom>
              <a:avLst/>
              <a:gdLst/>
              <a:ahLst/>
              <a:cxnLst/>
              <a:rect r="r" b="b" t="t" l="l"/>
              <a:pathLst>
                <a:path h="1621283" w="2126402">
                  <a:moveTo>
                    <a:pt x="42156" y="0"/>
                  </a:moveTo>
                  <a:lnTo>
                    <a:pt x="2084246" y="0"/>
                  </a:lnTo>
                  <a:cubicBezTo>
                    <a:pt x="2095426" y="0"/>
                    <a:pt x="2106149" y="4441"/>
                    <a:pt x="2114055" y="12347"/>
                  </a:cubicBezTo>
                  <a:cubicBezTo>
                    <a:pt x="2121961" y="20253"/>
                    <a:pt x="2126402" y="30976"/>
                    <a:pt x="2126402" y="42156"/>
                  </a:cubicBezTo>
                  <a:lnTo>
                    <a:pt x="2126402" y="1579126"/>
                  </a:lnTo>
                  <a:cubicBezTo>
                    <a:pt x="2126402" y="1602409"/>
                    <a:pt x="2107528" y="1621283"/>
                    <a:pt x="2084246" y="1621283"/>
                  </a:cubicBezTo>
                  <a:lnTo>
                    <a:pt x="42156" y="1621283"/>
                  </a:lnTo>
                  <a:cubicBezTo>
                    <a:pt x="18874" y="1621283"/>
                    <a:pt x="0" y="1602409"/>
                    <a:pt x="0" y="1579126"/>
                  </a:cubicBezTo>
                  <a:lnTo>
                    <a:pt x="0" y="42156"/>
                  </a:lnTo>
                  <a:cubicBezTo>
                    <a:pt x="0" y="30976"/>
                    <a:pt x="4441" y="20253"/>
                    <a:pt x="12347" y="12347"/>
                  </a:cubicBezTo>
                  <a:cubicBezTo>
                    <a:pt x="20253" y="4441"/>
                    <a:pt x="30976" y="0"/>
                    <a:pt x="421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26402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63807" y="3008684"/>
            <a:ext cx="6461429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470"/>
              </a:lnSpc>
            </a:pPr>
            <a:r>
              <a:rPr lang="en-US" sz="77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TOPIC = "频道"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80083" y="5729711"/>
            <a:ext cx="5628876" cy="160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4"/>
              </a:lnSpc>
            </a:pPr>
            <a:r>
              <a:rPr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Publisher: 发消息</a:t>
            </a:r>
          </a:p>
          <a:p>
            <a:pPr algn="ctr">
              <a:lnSpc>
                <a:spcPts val="6594"/>
              </a:lnSpc>
            </a:pPr>
            <a:r>
              <a:rPr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Subscriber: 收信息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08209" y="4537330"/>
            <a:ext cx="5542785" cy="729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6"/>
              </a:lnSpc>
            </a:pPr>
            <a:r>
              <a:rPr lang="en-US" b="true" sz="2104">
                <a:gradFill>
                  <a:gsLst>
                    <a:gs pos="0">
                      <a:srgbClr val="8450BA">
                        <a:alpha val="100000"/>
                      </a:srgbClr>
                    </a:gs>
                    <a:gs pos="100000">
                      <a:srgbClr val="382368">
                        <a:alpha val="100000"/>
                      </a:srgbClr>
                    </a:gs>
                  </a:gsLst>
                  <a:lin ang="54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Topic /camera/image 会持续发布摄像头图像，只要“订阅”了才能看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50BA">
                <a:alpha val="100000"/>
              </a:srgbClr>
            </a:gs>
            <a:gs pos="100000">
              <a:srgbClr val="38236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38702">
            <a:off x="4142971" y="3516786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0"/>
                </a:moveTo>
                <a:lnTo>
                  <a:pt x="22084168" y="0"/>
                </a:lnTo>
                <a:lnTo>
                  <a:pt x="22084168" y="7379793"/>
                </a:lnTo>
                <a:lnTo>
                  <a:pt x="0" y="7379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7903084">
            <a:off x="-7747546" y="3909335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103021">
            <a:off x="-4037554" y="1404754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0" y="0"/>
                </a:moveTo>
                <a:lnTo>
                  <a:pt x="12165381" y="0"/>
                </a:lnTo>
                <a:lnTo>
                  <a:pt x="12165381" y="16454224"/>
                </a:lnTo>
                <a:lnTo>
                  <a:pt x="0" y="164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2034537">
            <a:off x="9663395" y="1892545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295731">
            <a:off x="9395925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0" y="0"/>
                </a:moveTo>
                <a:lnTo>
                  <a:pt x="8801484" y="0"/>
                </a:lnTo>
                <a:lnTo>
                  <a:pt x="8801484" y="12540974"/>
                </a:lnTo>
                <a:lnTo>
                  <a:pt x="0" y="12540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3295731">
            <a:off x="682766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8801484" y="0"/>
                </a:moveTo>
                <a:lnTo>
                  <a:pt x="0" y="0"/>
                </a:lnTo>
                <a:lnTo>
                  <a:pt x="0" y="12540974"/>
                </a:lnTo>
                <a:lnTo>
                  <a:pt x="8801484" y="12540974"/>
                </a:lnTo>
                <a:lnTo>
                  <a:pt x="880148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965301" y="2533107"/>
            <a:ext cx="19949211" cy="6173187"/>
            <a:chOff x="0" y="0"/>
            <a:chExt cx="5724145" cy="17713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8328" y="0"/>
              <a:ext cx="5687489" cy="1764024"/>
            </a:xfrm>
            <a:custGeom>
              <a:avLst/>
              <a:gdLst/>
              <a:ahLst/>
              <a:cxnLst/>
              <a:rect r="r" b="b" t="t" l="l"/>
              <a:pathLst>
                <a:path h="1764024" w="5687489">
                  <a:moveTo>
                    <a:pt x="2865524" y="1757830"/>
                  </a:moveTo>
                  <a:lnTo>
                    <a:pt x="5684037" y="13479"/>
                  </a:lnTo>
                  <a:cubicBezTo>
                    <a:pt x="5686806" y="11766"/>
                    <a:pt x="5688101" y="8424"/>
                    <a:pt x="5687210" y="5292"/>
                  </a:cubicBezTo>
                  <a:cubicBezTo>
                    <a:pt x="5686320" y="2160"/>
                    <a:pt x="5683459" y="0"/>
                    <a:pt x="5680203" y="0"/>
                  </a:cubicBezTo>
                  <a:lnTo>
                    <a:pt x="7285" y="0"/>
                  </a:lnTo>
                  <a:cubicBezTo>
                    <a:pt x="4030" y="0"/>
                    <a:pt x="1169" y="2160"/>
                    <a:pt x="278" y="5292"/>
                  </a:cubicBezTo>
                  <a:cubicBezTo>
                    <a:pt x="-612" y="8424"/>
                    <a:pt x="683" y="11766"/>
                    <a:pt x="3452" y="13479"/>
                  </a:cubicBezTo>
                  <a:lnTo>
                    <a:pt x="2821965" y="1757830"/>
                  </a:lnTo>
                  <a:cubicBezTo>
                    <a:pt x="2835310" y="1766089"/>
                    <a:pt x="2852179" y="1766089"/>
                    <a:pt x="2865524" y="175783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FC69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894398" y="78897"/>
              <a:ext cx="3935350" cy="870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51699" y="-101610"/>
            <a:ext cx="18791397" cy="2893528"/>
            <a:chOff x="0" y="0"/>
            <a:chExt cx="5391927" cy="830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1927" cy="830257"/>
            </a:xfrm>
            <a:custGeom>
              <a:avLst/>
              <a:gdLst/>
              <a:ahLst/>
              <a:cxnLst/>
              <a:rect r="r" b="b" t="t" l="l"/>
              <a:pathLst>
                <a:path h="830257" w="5391927">
                  <a:moveTo>
                    <a:pt x="0" y="0"/>
                  </a:moveTo>
                  <a:lnTo>
                    <a:pt x="5391927" y="0"/>
                  </a:lnTo>
                  <a:lnTo>
                    <a:pt x="5391927" y="830257"/>
                  </a:lnTo>
                  <a:lnTo>
                    <a:pt x="0" y="830257"/>
                  </a:lnTo>
                  <a:close/>
                </a:path>
              </a:pathLst>
            </a:custGeom>
            <a:solidFill>
              <a:srgbClr val="FE5C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391927" cy="877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004547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3453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04675">
            <a:off x="10629432" y="-283824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0" y="0"/>
                </a:moveTo>
                <a:lnTo>
                  <a:pt x="8071253" y="0"/>
                </a:lnTo>
                <a:lnTo>
                  <a:pt x="8071253" y="9256541"/>
                </a:lnTo>
                <a:lnTo>
                  <a:pt x="0" y="92565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567059">
            <a:off x="-534796" y="-224518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8071252" y="0"/>
                </a:moveTo>
                <a:lnTo>
                  <a:pt x="0" y="0"/>
                </a:lnTo>
                <a:lnTo>
                  <a:pt x="0" y="9256541"/>
                </a:lnTo>
                <a:lnTo>
                  <a:pt x="8071252" y="9256541"/>
                </a:lnTo>
                <a:lnTo>
                  <a:pt x="807125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79047">
            <a:off x="-2131846" y="-722628"/>
            <a:ext cx="5527562" cy="3759166"/>
          </a:xfrm>
          <a:custGeom>
            <a:avLst/>
            <a:gdLst/>
            <a:ahLst/>
            <a:cxnLst/>
            <a:rect r="r" b="b" t="t" l="l"/>
            <a:pathLst>
              <a:path h="3759166" w="5527562">
                <a:moveTo>
                  <a:pt x="0" y="0"/>
                </a:moveTo>
                <a:lnTo>
                  <a:pt x="5527563" y="0"/>
                </a:lnTo>
                <a:lnTo>
                  <a:pt x="5527563" y="3759166"/>
                </a:lnTo>
                <a:lnTo>
                  <a:pt x="0" y="37591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406784">
            <a:off x="15011048" y="-669427"/>
            <a:ext cx="5249991" cy="3570396"/>
          </a:xfrm>
          <a:custGeom>
            <a:avLst/>
            <a:gdLst/>
            <a:ahLst/>
            <a:cxnLst/>
            <a:rect r="r" b="b" t="t" l="l"/>
            <a:pathLst>
              <a:path h="3570396" w="5249991">
                <a:moveTo>
                  <a:pt x="5249990" y="0"/>
                </a:moveTo>
                <a:lnTo>
                  <a:pt x="0" y="0"/>
                </a:lnTo>
                <a:lnTo>
                  <a:pt x="0" y="3570396"/>
                </a:lnTo>
                <a:lnTo>
                  <a:pt x="5249990" y="3570396"/>
                </a:lnTo>
                <a:lnTo>
                  <a:pt x="524999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227444" y="719038"/>
            <a:ext cx="11833113" cy="103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6"/>
              </a:lnSpc>
            </a:pPr>
            <a:r>
              <a:rPr lang="en-US" sz="6834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MESSAGE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43843" y="1913680"/>
            <a:ext cx="7200313" cy="4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7"/>
              </a:lnSpc>
            </a:pPr>
            <a:r>
              <a:rPr lang="en-US" sz="2790" b="true">
                <a:solidFill>
                  <a:srgbClr val="FE5C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TOPIC 里的传的数据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180925" y="2791918"/>
            <a:ext cx="11926149" cy="6466382"/>
            <a:chOff x="0" y="0"/>
            <a:chExt cx="3141043" cy="1703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41044" cy="1703080"/>
            </a:xfrm>
            <a:custGeom>
              <a:avLst/>
              <a:gdLst/>
              <a:ahLst/>
              <a:cxnLst/>
              <a:rect r="r" b="b" t="t" l="l"/>
              <a:pathLst>
                <a:path h="1703080" w="3141044">
                  <a:moveTo>
                    <a:pt x="25966" y="0"/>
                  </a:moveTo>
                  <a:lnTo>
                    <a:pt x="3115077" y="0"/>
                  </a:lnTo>
                  <a:cubicBezTo>
                    <a:pt x="3121964" y="0"/>
                    <a:pt x="3128569" y="2736"/>
                    <a:pt x="3133438" y="7605"/>
                  </a:cubicBezTo>
                  <a:cubicBezTo>
                    <a:pt x="3138308" y="12475"/>
                    <a:pt x="3141044" y="19080"/>
                    <a:pt x="3141044" y="25966"/>
                  </a:cubicBezTo>
                  <a:lnTo>
                    <a:pt x="3141044" y="1677114"/>
                  </a:lnTo>
                  <a:cubicBezTo>
                    <a:pt x="3141044" y="1691455"/>
                    <a:pt x="3129418" y="1703080"/>
                    <a:pt x="3115077" y="1703080"/>
                  </a:cubicBezTo>
                  <a:lnTo>
                    <a:pt x="25966" y="1703080"/>
                  </a:lnTo>
                  <a:cubicBezTo>
                    <a:pt x="19080" y="1703080"/>
                    <a:pt x="12475" y="1700344"/>
                    <a:pt x="7605" y="1695475"/>
                  </a:cubicBezTo>
                  <a:cubicBezTo>
                    <a:pt x="2736" y="1690605"/>
                    <a:pt x="0" y="1684001"/>
                    <a:pt x="0" y="1677114"/>
                  </a:cubicBezTo>
                  <a:lnTo>
                    <a:pt x="0" y="25966"/>
                  </a:lnTo>
                  <a:cubicBezTo>
                    <a:pt x="0" y="19080"/>
                    <a:pt x="2736" y="12475"/>
                    <a:pt x="7605" y="7605"/>
                  </a:cubicBezTo>
                  <a:cubicBezTo>
                    <a:pt x="12475" y="2736"/>
                    <a:pt x="19080" y="0"/>
                    <a:pt x="259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141043" cy="175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592070" y="3105180"/>
            <a:ext cx="3567728" cy="4736998"/>
            <a:chOff x="0" y="0"/>
            <a:chExt cx="939649" cy="12476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390324" y="5216231"/>
            <a:ext cx="3567728" cy="808878"/>
            <a:chOff x="0" y="0"/>
            <a:chExt cx="939649" cy="21303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188578" y="3105180"/>
            <a:ext cx="3567728" cy="4736998"/>
            <a:chOff x="0" y="0"/>
            <a:chExt cx="939649" cy="12476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188578" y="8051729"/>
            <a:ext cx="3567728" cy="808878"/>
            <a:chOff x="0" y="0"/>
            <a:chExt cx="939649" cy="2130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746586" y="3275632"/>
            <a:ext cx="3258695" cy="4396096"/>
            <a:chOff x="0" y="0"/>
            <a:chExt cx="858257" cy="115781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343094" y="3275632"/>
            <a:ext cx="3258695" cy="4396096"/>
            <a:chOff x="0" y="0"/>
            <a:chExt cx="858257" cy="11578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4036222" y="4288231"/>
            <a:ext cx="2679423" cy="2183730"/>
          </a:xfrm>
          <a:custGeom>
            <a:avLst/>
            <a:gdLst/>
            <a:ahLst/>
            <a:cxnLst/>
            <a:rect r="r" b="b" t="t" l="l"/>
            <a:pathLst>
              <a:path h="2183730" w="2679423">
                <a:moveTo>
                  <a:pt x="0" y="0"/>
                </a:moveTo>
                <a:lnTo>
                  <a:pt x="2679423" y="0"/>
                </a:lnTo>
                <a:lnTo>
                  <a:pt x="2679423" y="2183730"/>
                </a:lnTo>
                <a:lnTo>
                  <a:pt x="0" y="21837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4" id="44"/>
          <p:cNvSpPr/>
          <p:nvPr/>
        </p:nvSpPr>
        <p:spPr>
          <a:xfrm>
            <a:off x="6998852" y="5600650"/>
            <a:ext cx="449114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11597467" y="4098705"/>
            <a:ext cx="2749949" cy="2749949"/>
          </a:xfrm>
          <a:custGeom>
            <a:avLst/>
            <a:gdLst/>
            <a:ahLst/>
            <a:cxnLst/>
            <a:rect r="r" b="b" t="t" l="l"/>
            <a:pathLst>
              <a:path h="2749949" w="2749949">
                <a:moveTo>
                  <a:pt x="0" y="0"/>
                </a:moveTo>
                <a:lnTo>
                  <a:pt x="2749949" y="0"/>
                </a:lnTo>
                <a:lnTo>
                  <a:pt x="2749949" y="2749949"/>
                </a:lnTo>
                <a:lnTo>
                  <a:pt x="0" y="2749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8024210" y="5201235"/>
            <a:ext cx="2239580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MESSAGE</a:t>
            </a:r>
          </a:p>
          <a:p>
            <a:pPr algn="ctr">
              <a:lnSpc>
                <a:spcPts val="3220"/>
              </a:lnSpc>
            </a:pPr>
            <a:r>
              <a:rPr lang="en-US" sz="2300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/camera/image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3592070" y="8051729"/>
            <a:ext cx="3567728" cy="808878"/>
            <a:chOff x="0" y="0"/>
            <a:chExt cx="939649" cy="2130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4256144" y="8139054"/>
            <a:ext cx="2239580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camera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489999" y="8139054"/>
            <a:ext cx="3111791" cy="56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8"/>
              </a:lnSpc>
            </a:pPr>
            <a:r>
              <a:rPr lang="en-US" sz="3291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76583">
            <a:off x="-1676883" y="-1138631"/>
            <a:ext cx="12226878" cy="14022434"/>
          </a:xfrm>
          <a:custGeom>
            <a:avLst/>
            <a:gdLst/>
            <a:ahLst/>
            <a:cxnLst/>
            <a:rect r="r" b="b" t="t" l="l"/>
            <a:pathLst>
              <a:path h="14022434" w="12226878">
                <a:moveTo>
                  <a:pt x="0" y="0"/>
                </a:moveTo>
                <a:lnTo>
                  <a:pt x="12226878" y="0"/>
                </a:lnTo>
                <a:lnTo>
                  <a:pt x="12226878" y="14022434"/>
                </a:lnTo>
                <a:lnTo>
                  <a:pt x="0" y="14022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9463776" y="-387449"/>
            <a:ext cx="18377741" cy="11571066"/>
            <a:chOff x="0" y="0"/>
            <a:chExt cx="3718116" cy="234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379" y="0"/>
              <a:ext cx="3689359" cy="2327590"/>
            </a:xfrm>
            <a:custGeom>
              <a:avLst/>
              <a:gdLst/>
              <a:ahLst/>
              <a:cxnLst/>
              <a:rect r="r" b="b" t="t" l="l"/>
              <a:pathLst>
                <a:path h="2327590" w="3689359">
                  <a:moveTo>
                    <a:pt x="1861970" y="2319242"/>
                  </a:moveTo>
                  <a:lnTo>
                    <a:pt x="3686447" y="21773"/>
                  </a:lnTo>
                  <a:cubicBezTo>
                    <a:pt x="3689651" y="17739"/>
                    <a:pt x="3690263" y="12227"/>
                    <a:pt x="3688023" y="7588"/>
                  </a:cubicBezTo>
                  <a:cubicBezTo>
                    <a:pt x="3685783" y="2948"/>
                    <a:pt x="3681086" y="0"/>
                    <a:pt x="3675934" y="0"/>
                  </a:cubicBezTo>
                  <a:lnTo>
                    <a:pt x="13425" y="0"/>
                  </a:lnTo>
                  <a:cubicBezTo>
                    <a:pt x="8273" y="0"/>
                    <a:pt x="3575" y="2948"/>
                    <a:pt x="1335" y="7588"/>
                  </a:cubicBezTo>
                  <a:cubicBezTo>
                    <a:pt x="-905" y="12227"/>
                    <a:pt x="-292" y="17739"/>
                    <a:pt x="2912" y="21773"/>
                  </a:cubicBezTo>
                  <a:lnTo>
                    <a:pt x="1827389" y="2319242"/>
                  </a:lnTo>
                  <a:cubicBezTo>
                    <a:pt x="1831577" y="2324516"/>
                    <a:pt x="1837944" y="2327590"/>
                    <a:pt x="1844679" y="2327590"/>
                  </a:cubicBezTo>
                  <a:cubicBezTo>
                    <a:pt x="1851414" y="2327590"/>
                    <a:pt x="1857781" y="2324516"/>
                    <a:pt x="1861970" y="23192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580956" y="119590"/>
              <a:ext cx="2556205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814663">
            <a:off x="-6457971" y="20651"/>
            <a:ext cx="15378196" cy="20799701"/>
          </a:xfrm>
          <a:custGeom>
            <a:avLst/>
            <a:gdLst/>
            <a:ahLst/>
            <a:cxnLst/>
            <a:rect r="r" b="b" t="t" l="l"/>
            <a:pathLst>
              <a:path h="20799701" w="15378196">
                <a:moveTo>
                  <a:pt x="0" y="0"/>
                </a:moveTo>
                <a:lnTo>
                  <a:pt x="15378196" y="0"/>
                </a:lnTo>
                <a:lnTo>
                  <a:pt x="15378196" y="20799701"/>
                </a:lnTo>
                <a:lnTo>
                  <a:pt x="0" y="20799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7903084">
            <a:off x="-8544966" y="4721801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91762" y="-1505648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791762" y="8781352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055355" y="558180"/>
            <a:ext cx="7858610" cy="13340233"/>
          </a:xfrm>
          <a:custGeom>
            <a:avLst/>
            <a:gdLst/>
            <a:ahLst/>
            <a:cxnLst/>
            <a:rect r="r" b="b" t="t" l="l"/>
            <a:pathLst>
              <a:path h="13340233" w="7858610">
                <a:moveTo>
                  <a:pt x="7858610" y="0"/>
                </a:moveTo>
                <a:lnTo>
                  <a:pt x="0" y="0"/>
                </a:lnTo>
                <a:lnTo>
                  <a:pt x="0" y="13340233"/>
                </a:lnTo>
                <a:lnTo>
                  <a:pt x="7858610" y="13340233"/>
                </a:lnTo>
                <a:lnTo>
                  <a:pt x="785861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56383">
            <a:off x="-1041797" y="4514680"/>
            <a:ext cx="4666117" cy="6503298"/>
          </a:xfrm>
          <a:custGeom>
            <a:avLst/>
            <a:gdLst/>
            <a:ahLst/>
            <a:cxnLst/>
            <a:rect r="r" b="b" t="t" l="l"/>
            <a:pathLst>
              <a:path h="6503298" w="4666117">
                <a:moveTo>
                  <a:pt x="0" y="0"/>
                </a:moveTo>
                <a:lnTo>
                  <a:pt x="4666117" y="0"/>
                </a:lnTo>
                <a:lnTo>
                  <a:pt x="4666117" y="6503298"/>
                </a:lnTo>
                <a:lnTo>
                  <a:pt x="0" y="65032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729742" y="2396857"/>
            <a:ext cx="7662908" cy="5740937"/>
            <a:chOff x="0" y="0"/>
            <a:chExt cx="2164061" cy="16212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64061" cy="1621283"/>
            </a:xfrm>
            <a:custGeom>
              <a:avLst/>
              <a:gdLst/>
              <a:ahLst/>
              <a:cxnLst/>
              <a:rect r="r" b="b" t="t" l="l"/>
              <a:pathLst>
                <a:path h="1621283" w="2164061">
                  <a:moveTo>
                    <a:pt x="41423" y="0"/>
                  </a:moveTo>
                  <a:lnTo>
                    <a:pt x="2122639" y="0"/>
                  </a:lnTo>
                  <a:cubicBezTo>
                    <a:pt x="2145516" y="0"/>
                    <a:pt x="2164061" y="18546"/>
                    <a:pt x="2164061" y="41423"/>
                  </a:cubicBezTo>
                  <a:lnTo>
                    <a:pt x="2164061" y="1579860"/>
                  </a:lnTo>
                  <a:cubicBezTo>
                    <a:pt x="2164061" y="1602737"/>
                    <a:pt x="2145516" y="1621283"/>
                    <a:pt x="2122639" y="1621283"/>
                  </a:cubicBezTo>
                  <a:lnTo>
                    <a:pt x="41423" y="1621283"/>
                  </a:lnTo>
                  <a:cubicBezTo>
                    <a:pt x="18546" y="1621283"/>
                    <a:pt x="0" y="1602737"/>
                    <a:pt x="0" y="1579860"/>
                  </a:cubicBezTo>
                  <a:lnTo>
                    <a:pt x="0" y="41423"/>
                  </a:lnTo>
                  <a:cubicBezTo>
                    <a:pt x="0" y="18546"/>
                    <a:pt x="18546" y="0"/>
                    <a:pt x="41423" y="0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28575" cap="rnd">
              <a:solidFill>
                <a:srgbClr val="FFFFFF">
                  <a:alpha val="19608"/>
                </a:srgbClr>
              </a:solidFill>
              <a:prstDash val="sysDot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64061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729742" y="2273032"/>
            <a:ext cx="7529558" cy="5740937"/>
            <a:chOff x="0" y="0"/>
            <a:chExt cx="2126402" cy="16212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6402" cy="1621283"/>
            </a:xfrm>
            <a:custGeom>
              <a:avLst/>
              <a:gdLst/>
              <a:ahLst/>
              <a:cxnLst/>
              <a:rect r="r" b="b" t="t" l="l"/>
              <a:pathLst>
                <a:path h="1621283" w="2126402">
                  <a:moveTo>
                    <a:pt x="42156" y="0"/>
                  </a:moveTo>
                  <a:lnTo>
                    <a:pt x="2084246" y="0"/>
                  </a:lnTo>
                  <a:cubicBezTo>
                    <a:pt x="2095426" y="0"/>
                    <a:pt x="2106149" y="4441"/>
                    <a:pt x="2114055" y="12347"/>
                  </a:cubicBezTo>
                  <a:cubicBezTo>
                    <a:pt x="2121961" y="20253"/>
                    <a:pt x="2126402" y="30976"/>
                    <a:pt x="2126402" y="42156"/>
                  </a:cubicBezTo>
                  <a:lnTo>
                    <a:pt x="2126402" y="1579126"/>
                  </a:lnTo>
                  <a:cubicBezTo>
                    <a:pt x="2126402" y="1602409"/>
                    <a:pt x="2107528" y="1621283"/>
                    <a:pt x="2084246" y="1621283"/>
                  </a:cubicBezTo>
                  <a:lnTo>
                    <a:pt x="42156" y="1621283"/>
                  </a:lnTo>
                  <a:cubicBezTo>
                    <a:pt x="18874" y="1621283"/>
                    <a:pt x="0" y="1602409"/>
                    <a:pt x="0" y="1579126"/>
                  </a:cubicBezTo>
                  <a:lnTo>
                    <a:pt x="0" y="42156"/>
                  </a:lnTo>
                  <a:cubicBezTo>
                    <a:pt x="0" y="30976"/>
                    <a:pt x="4441" y="20253"/>
                    <a:pt x="12347" y="12347"/>
                  </a:cubicBezTo>
                  <a:cubicBezTo>
                    <a:pt x="20253" y="4441"/>
                    <a:pt x="30976" y="0"/>
                    <a:pt x="421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26402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63807" y="2829815"/>
            <a:ext cx="6461429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70"/>
              </a:lnSpc>
            </a:pPr>
            <a:r>
              <a:rPr lang="en-US" sz="77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MESSAGE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80083" y="4796755"/>
            <a:ext cx="5628876" cy="243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4"/>
              </a:lnSpc>
            </a:pPr>
            <a:r>
              <a:rPr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图像</a:t>
            </a:r>
          </a:p>
          <a:p>
            <a:pPr algn="ctr">
              <a:lnSpc>
                <a:spcPts val="6594"/>
              </a:lnSpc>
            </a:pPr>
            <a:r>
              <a:rPr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速度</a:t>
            </a:r>
          </a:p>
          <a:p>
            <a:pPr algn="ctr">
              <a:lnSpc>
                <a:spcPts val="6594"/>
              </a:lnSpc>
            </a:pPr>
            <a:r>
              <a:rPr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位置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68328" y="4235035"/>
            <a:ext cx="5542785" cy="357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6"/>
              </a:lnSpc>
            </a:pPr>
            <a:r>
              <a:rPr lang="en-US" b="true" sz="2104">
                <a:gradFill>
                  <a:gsLst>
                    <a:gs pos="0">
                      <a:srgbClr val="8450BA">
                        <a:alpha val="100000"/>
                      </a:srgbClr>
                    </a:gs>
                    <a:gs pos="100000">
                      <a:srgbClr val="382368">
                        <a:alpha val="100000"/>
                      </a:srgbClr>
                    </a:gs>
                  </a:gsLst>
                  <a:lin ang="54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TOPIC 可以传不通的数据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09901" y="7371172"/>
            <a:ext cx="7982749" cy="296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1"/>
              </a:lnSpc>
            </a:pPr>
            <a:r>
              <a:rPr lang="en-US" sz="1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message 按照格式被传递/接收，这样数据才能被node前后两者理解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450BA">
                <a:alpha val="100000"/>
              </a:srgbClr>
            </a:gs>
            <a:gs pos="100000">
              <a:srgbClr val="382368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38702">
            <a:off x="4142971" y="3516786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0"/>
                </a:moveTo>
                <a:lnTo>
                  <a:pt x="22084168" y="0"/>
                </a:lnTo>
                <a:lnTo>
                  <a:pt x="22084168" y="7379793"/>
                </a:lnTo>
                <a:lnTo>
                  <a:pt x="0" y="73797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7903084">
            <a:off x="-7747546" y="3909335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0" y="7379793"/>
                </a:moveTo>
                <a:lnTo>
                  <a:pt x="22084168" y="7379793"/>
                </a:lnTo>
                <a:lnTo>
                  <a:pt x="22084168" y="0"/>
                </a:lnTo>
                <a:lnTo>
                  <a:pt x="0" y="0"/>
                </a:lnTo>
                <a:lnTo>
                  <a:pt x="0" y="7379793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103021">
            <a:off x="-4037554" y="1404754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0" y="0"/>
                </a:moveTo>
                <a:lnTo>
                  <a:pt x="12165381" y="0"/>
                </a:lnTo>
                <a:lnTo>
                  <a:pt x="12165381" y="16454224"/>
                </a:lnTo>
                <a:lnTo>
                  <a:pt x="0" y="164542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2034537">
            <a:off x="9663395" y="1892545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295731">
            <a:off x="9395925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0" y="0"/>
                </a:moveTo>
                <a:lnTo>
                  <a:pt x="8801484" y="0"/>
                </a:lnTo>
                <a:lnTo>
                  <a:pt x="8801484" y="12540974"/>
                </a:lnTo>
                <a:lnTo>
                  <a:pt x="0" y="12540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3295731">
            <a:off x="682766" y="-890391"/>
            <a:ext cx="8801484" cy="12540975"/>
          </a:xfrm>
          <a:custGeom>
            <a:avLst/>
            <a:gdLst/>
            <a:ahLst/>
            <a:cxnLst/>
            <a:rect r="r" b="b" t="t" l="l"/>
            <a:pathLst>
              <a:path h="12540975" w="8801484">
                <a:moveTo>
                  <a:pt x="8801484" y="0"/>
                </a:moveTo>
                <a:lnTo>
                  <a:pt x="0" y="0"/>
                </a:lnTo>
                <a:lnTo>
                  <a:pt x="0" y="12540974"/>
                </a:lnTo>
                <a:lnTo>
                  <a:pt x="8801484" y="12540974"/>
                </a:lnTo>
                <a:lnTo>
                  <a:pt x="880148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965301" y="2533107"/>
            <a:ext cx="19949211" cy="5922904"/>
            <a:chOff x="0" y="0"/>
            <a:chExt cx="5724145" cy="16994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8581" y="0"/>
              <a:ext cx="5686982" cy="1692462"/>
            </a:xfrm>
            <a:custGeom>
              <a:avLst/>
              <a:gdLst/>
              <a:ahLst/>
              <a:cxnLst/>
              <a:rect r="r" b="b" t="t" l="l"/>
              <a:pathLst>
                <a:path h="1692462" w="5686982">
                  <a:moveTo>
                    <a:pt x="2865515" y="1686417"/>
                  </a:moveTo>
                  <a:lnTo>
                    <a:pt x="5683540" y="13077"/>
                  </a:lnTo>
                  <a:cubicBezTo>
                    <a:pt x="5686263" y="11461"/>
                    <a:pt x="5687569" y="8224"/>
                    <a:pt x="5686731" y="5170"/>
                  </a:cubicBezTo>
                  <a:cubicBezTo>
                    <a:pt x="5685893" y="2117"/>
                    <a:pt x="5683117" y="0"/>
                    <a:pt x="5679950" y="0"/>
                  </a:cubicBezTo>
                  <a:lnTo>
                    <a:pt x="7032" y="0"/>
                  </a:lnTo>
                  <a:cubicBezTo>
                    <a:pt x="3866" y="0"/>
                    <a:pt x="1090" y="2117"/>
                    <a:pt x="252" y="5170"/>
                  </a:cubicBezTo>
                  <a:cubicBezTo>
                    <a:pt x="-587" y="8224"/>
                    <a:pt x="720" y="11461"/>
                    <a:pt x="3442" y="13077"/>
                  </a:cubicBezTo>
                  <a:lnTo>
                    <a:pt x="2821468" y="1686417"/>
                  </a:lnTo>
                  <a:cubicBezTo>
                    <a:pt x="2835044" y="1694478"/>
                    <a:pt x="2851939" y="1694478"/>
                    <a:pt x="2865515" y="168641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FC69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894398" y="73767"/>
              <a:ext cx="3935350" cy="836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51699" y="-101610"/>
            <a:ext cx="18791397" cy="2893528"/>
            <a:chOff x="0" y="0"/>
            <a:chExt cx="5391927" cy="8302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91927" cy="830257"/>
            </a:xfrm>
            <a:custGeom>
              <a:avLst/>
              <a:gdLst/>
              <a:ahLst/>
              <a:cxnLst/>
              <a:rect r="r" b="b" t="t" l="l"/>
              <a:pathLst>
                <a:path h="830257" w="5391927">
                  <a:moveTo>
                    <a:pt x="0" y="0"/>
                  </a:moveTo>
                  <a:lnTo>
                    <a:pt x="5391927" y="0"/>
                  </a:lnTo>
                  <a:lnTo>
                    <a:pt x="5391927" y="830257"/>
                  </a:lnTo>
                  <a:lnTo>
                    <a:pt x="0" y="830257"/>
                  </a:lnTo>
                  <a:close/>
                </a:path>
              </a:pathLst>
            </a:custGeom>
            <a:solidFill>
              <a:srgbClr val="FE5C3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391927" cy="877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004547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83453" y="7989185"/>
            <a:ext cx="4566906" cy="4595629"/>
          </a:xfrm>
          <a:custGeom>
            <a:avLst/>
            <a:gdLst/>
            <a:ahLst/>
            <a:cxnLst/>
            <a:rect r="r" b="b" t="t" l="l"/>
            <a:pathLst>
              <a:path h="4595629" w="4566906">
                <a:moveTo>
                  <a:pt x="0" y="0"/>
                </a:moveTo>
                <a:lnTo>
                  <a:pt x="4566906" y="0"/>
                </a:lnTo>
                <a:lnTo>
                  <a:pt x="4566906" y="4595630"/>
                </a:lnTo>
                <a:lnTo>
                  <a:pt x="0" y="459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04675">
            <a:off x="10400832" y="79226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0" y="0"/>
                </a:moveTo>
                <a:lnTo>
                  <a:pt x="8071253" y="0"/>
                </a:lnTo>
                <a:lnTo>
                  <a:pt x="8071253" y="9256541"/>
                </a:lnTo>
                <a:lnTo>
                  <a:pt x="0" y="92565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567059">
            <a:off x="-372871" y="-102295"/>
            <a:ext cx="8071252" cy="9256541"/>
          </a:xfrm>
          <a:custGeom>
            <a:avLst/>
            <a:gdLst/>
            <a:ahLst/>
            <a:cxnLst/>
            <a:rect r="r" b="b" t="t" l="l"/>
            <a:pathLst>
              <a:path h="9256541" w="8071252">
                <a:moveTo>
                  <a:pt x="8071252" y="0"/>
                </a:moveTo>
                <a:lnTo>
                  <a:pt x="0" y="0"/>
                </a:lnTo>
                <a:lnTo>
                  <a:pt x="0" y="9256541"/>
                </a:lnTo>
                <a:lnTo>
                  <a:pt x="8071252" y="9256541"/>
                </a:lnTo>
                <a:lnTo>
                  <a:pt x="807125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79047">
            <a:off x="-2131846" y="-722628"/>
            <a:ext cx="5527562" cy="3759166"/>
          </a:xfrm>
          <a:custGeom>
            <a:avLst/>
            <a:gdLst/>
            <a:ahLst/>
            <a:cxnLst/>
            <a:rect r="r" b="b" t="t" l="l"/>
            <a:pathLst>
              <a:path h="3759166" w="5527562">
                <a:moveTo>
                  <a:pt x="0" y="0"/>
                </a:moveTo>
                <a:lnTo>
                  <a:pt x="5527563" y="0"/>
                </a:lnTo>
                <a:lnTo>
                  <a:pt x="5527563" y="3759166"/>
                </a:lnTo>
                <a:lnTo>
                  <a:pt x="0" y="37591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1406784">
            <a:off x="15011048" y="-669427"/>
            <a:ext cx="5249991" cy="3570396"/>
          </a:xfrm>
          <a:custGeom>
            <a:avLst/>
            <a:gdLst/>
            <a:ahLst/>
            <a:cxnLst/>
            <a:rect r="r" b="b" t="t" l="l"/>
            <a:pathLst>
              <a:path h="3570396" w="5249991">
                <a:moveTo>
                  <a:pt x="5249990" y="0"/>
                </a:moveTo>
                <a:lnTo>
                  <a:pt x="0" y="0"/>
                </a:lnTo>
                <a:lnTo>
                  <a:pt x="0" y="3570396"/>
                </a:lnTo>
                <a:lnTo>
                  <a:pt x="5249990" y="3570396"/>
                </a:lnTo>
                <a:lnTo>
                  <a:pt x="524999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78343" y="2791918"/>
            <a:ext cx="15731314" cy="6466382"/>
            <a:chOff x="0" y="0"/>
            <a:chExt cx="4143227" cy="1703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43227" cy="1703080"/>
            </a:xfrm>
            <a:custGeom>
              <a:avLst/>
              <a:gdLst/>
              <a:ahLst/>
              <a:cxnLst/>
              <a:rect r="r" b="b" t="t" l="l"/>
              <a:pathLst>
                <a:path h="1703080" w="4143227">
                  <a:moveTo>
                    <a:pt x="19685" y="0"/>
                  </a:moveTo>
                  <a:lnTo>
                    <a:pt x="4123542" y="0"/>
                  </a:lnTo>
                  <a:cubicBezTo>
                    <a:pt x="4128762" y="0"/>
                    <a:pt x="4133769" y="2074"/>
                    <a:pt x="4137461" y="5766"/>
                  </a:cubicBezTo>
                  <a:cubicBezTo>
                    <a:pt x="4141153" y="9457"/>
                    <a:pt x="4143227" y="14464"/>
                    <a:pt x="4143227" y="19685"/>
                  </a:cubicBezTo>
                  <a:lnTo>
                    <a:pt x="4143227" y="1683395"/>
                  </a:lnTo>
                  <a:cubicBezTo>
                    <a:pt x="4143227" y="1694267"/>
                    <a:pt x="4134414" y="1703080"/>
                    <a:pt x="4123542" y="1703080"/>
                  </a:cubicBezTo>
                  <a:lnTo>
                    <a:pt x="19685" y="1703080"/>
                  </a:lnTo>
                  <a:cubicBezTo>
                    <a:pt x="8813" y="1703080"/>
                    <a:pt x="0" y="1694267"/>
                    <a:pt x="0" y="1683395"/>
                  </a:cubicBezTo>
                  <a:lnTo>
                    <a:pt x="0" y="19685"/>
                  </a:lnTo>
                  <a:cubicBezTo>
                    <a:pt x="0" y="8813"/>
                    <a:pt x="8813" y="0"/>
                    <a:pt x="1968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143227" cy="1750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61796" y="3105180"/>
            <a:ext cx="3567728" cy="4736998"/>
            <a:chOff x="0" y="0"/>
            <a:chExt cx="939649" cy="124760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61796" y="8051729"/>
            <a:ext cx="3567728" cy="808878"/>
            <a:chOff x="0" y="0"/>
            <a:chExt cx="939649" cy="2130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94652" y="3105180"/>
            <a:ext cx="3567728" cy="4736998"/>
            <a:chOff x="0" y="0"/>
            <a:chExt cx="939649" cy="124760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494652" y="8051729"/>
            <a:ext cx="3567728" cy="808878"/>
            <a:chOff x="0" y="0"/>
            <a:chExt cx="939649" cy="2130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27509" y="3105180"/>
            <a:ext cx="3567728" cy="4736998"/>
            <a:chOff x="0" y="0"/>
            <a:chExt cx="939649" cy="124760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27509" y="8051729"/>
            <a:ext cx="3567728" cy="808878"/>
            <a:chOff x="0" y="0"/>
            <a:chExt cx="939649" cy="2130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091160" y="3105180"/>
            <a:ext cx="3567728" cy="4736998"/>
            <a:chOff x="0" y="0"/>
            <a:chExt cx="939649" cy="124760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39649" cy="1247605"/>
            </a:xfrm>
            <a:custGeom>
              <a:avLst/>
              <a:gdLst/>
              <a:ahLst/>
              <a:cxnLst/>
              <a:rect r="r" b="b" t="t" l="l"/>
              <a:pathLst>
                <a:path h="1247605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210715"/>
                  </a:lnTo>
                  <a:cubicBezTo>
                    <a:pt x="939649" y="1231088"/>
                    <a:pt x="923132" y="1247605"/>
                    <a:pt x="902759" y="1247605"/>
                  </a:cubicBezTo>
                  <a:lnTo>
                    <a:pt x="36890" y="1247605"/>
                  </a:lnTo>
                  <a:cubicBezTo>
                    <a:pt x="16516" y="1247605"/>
                    <a:pt x="0" y="1231088"/>
                    <a:pt x="0" y="1210715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733">
                    <a:alpha val="100000"/>
                  </a:srgbClr>
                </a:gs>
                <a:gs pos="100000">
                  <a:srgbClr val="FDC569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939649" cy="1295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091160" y="8051729"/>
            <a:ext cx="3567728" cy="808878"/>
            <a:chOff x="0" y="0"/>
            <a:chExt cx="939649" cy="21303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39649" cy="213038"/>
            </a:xfrm>
            <a:custGeom>
              <a:avLst/>
              <a:gdLst/>
              <a:ahLst/>
              <a:cxnLst/>
              <a:rect r="r" b="b" t="t" l="l"/>
              <a:pathLst>
                <a:path h="213038" w="939649">
                  <a:moveTo>
                    <a:pt x="36890" y="0"/>
                  </a:moveTo>
                  <a:lnTo>
                    <a:pt x="902759" y="0"/>
                  </a:lnTo>
                  <a:cubicBezTo>
                    <a:pt x="912543" y="0"/>
                    <a:pt x="921926" y="3887"/>
                    <a:pt x="928844" y="10805"/>
                  </a:cubicBezTo>
                  <a:cubicBezTo>
                    <a:pt x="935762" y="17723"/>
                    <a:pt x="939649" y="27106"/>
                    <a:pt x="939649" y="36890"/>
                  </a:cubicBezTo>
                  <a:lnTo>
                    <a:pt x="939649" y="176148"/>
                  </a:lnTo>
                  <a:cubicBezTo>
                    <a:pt x="939649" y="196522"/>
                    <a:pt x="923132" y="213038"/>
                    <a:pt x="902759" y="213038"/>
                  </a:cubicBezTo>
                  <a:lnTo>
                    <a:pt x="36890" y="213038"/>
                  </a:lnTo>
                  <a:cubicBezTo>
                    <a:pt x="16516" y="213038"/>
                    <a:pt x="0" y="196522"/>
                    <a:pt x="0" y="176148"/>
                  </a:cubicBezTo>
                  <a:lnTo>
                    <a:pt x="0" y="36890"/>
                  </a:lnTo>
                  <a:cubicBezTo>
                    <a:pt x="0" y="16516"/>
                    <a:pt x="16516" y="0"/>
                    <a:pt x="3689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939649" cy="260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24813" y="3275632"/>
            <a:ext cx="3258695" cy="4396096"/>
            <a:chOff x="0" y="0"/>
            <a:chExt cx="858257" cy="11578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649169" y="3275632"/>
            <a:ext cx="3258695" cy="4396096"/>
            <a:chOff x="0" y="0"/>
            <a:chExt cx="858257" cy="115781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485461" y="3275632"/>
            <a:ext cx="3258695" cy="4396096"/>
            <a:chOff x="0" y="0"/>
            <a:chExt cx="858257" cy="115781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245677" y="3275632"/>
            <a:ext cx="3258695" cy="4396096"/>
            <a:chOff x="0" y="0"/>
            <a:chExt cx="858257" cy="115781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58257" cy="1157819"/>
            </a:xfrm>
            <a:custGeom>
              <a:avLst/>
              <a:gdLst/>
              <a:ahLst/>
              <a:cxnLst/>
              <a:rect r="r" b="b" t="t" l="l"/>
              <a:pathLst>
                <a:path h="1157819" w="858257">
                  <a:moveTo>
                    <a:pt x="28509" y="0"/>
                  </a:moveTo>
                  <a:lnTo>
                    <a:pt x="829748" y="0"/>
                  </a:lnTo>
                  <a:cubicBezTo>
                    <a:pt x="837309" y="0"/>
                    <a:pt x="844560" y="3004"/>
                    <a:pt x="849907" y="8350"/>
                  </a:cubicBezTo>
                  <a:cubicBezTo>
                    <a:pt x="855254" y="13697"/>
                    <a:pt x="858257" y="20948"/>
                    <a:pt x="858257" y="28509"/>
                  </a:cubicBezTo>
                  <a:lnTo>
                    <a:pt x="858257" y="1129310"/>
                  </a:lnTo>
                  <a:cubicBezTo>
                    <a:pt x="858257" y="1136871"/>
                    <a:pt x="855254" y="1144123"/>
                    <a:pt x="849907" y="1149469"/>
                  </a:cubicBezTo>
                  <a:cubicBezTo>
                    <a:pt x="844560" y="1154816"/>
                    <a:pt x="837309" y="1157819"/>
                    <a:pt x="829748" y="1157819"/>
                  </a:cubicBezTo>
                  <a:lnTo>
                    <a:pt x="28509" y="1157819"/>
                  </a:lnTo>
                  <a:cubicBezTo>
                    <a:pt x="12764" y="1157819"/>
                    <a:pt x="0" y="1145055"/>
                    <a:pt x="0" y="1129310"/>
                  </a:cubicBezTo>
                  <a:lnTo>
                    <a:pt x="0" y="28509"/>
                  </a:lnTo>
                  <a:cubicBezTo>
                    <a:pt x="0" y="20948"/>
                    <a:pt x="3004" y="13697"/>
                    <a:pt x="8350" y="8350"/>
                  </a:cubicBezTo>
                  <a:cubicBezTo>
                    <a:pt x="13697" y="3004"/>
                    <a:pt x="20948" y="0"/>
                    <a:pt x="285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858257" cy="1205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-5400000">
            <a:off x="13204760" y="4365329"/>
            <a:ext cx="3337384" cy="2019117"/>
          </a:xfrm>
          <a:custGeom>
            <a:avLst/>
            <a:gdLst/>
            <a:ahLst/>
            <a:cxnLst/>
            <a:rect r="r" b="b" t="t" l="l"/>
            <a:pathLst>
              <a:path h="2019117" w="3337384">
                <a:moveTo>
                  <a:pt x="0" y="0"/>
                </a:moveTo>
                <a:lnTo>
                  <a:pt x="3337385" y="0"/>
                </a:lnTo>
                <a:lnTo>
                  <a:pt x="3337385" y="2019118"/>
                </a:lnTo>
                <a:lnTo>
                  <a:pt x="0" y="20191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9713949" y="4135859"/>
            <a:ext cx="2801720" cy="2675642"/>
          </a:xfrm>
          <a:custGeom>
            <a:avLst/>
            <a:gdLst/>
            <a:ahLst/>
            <a:cxnLst/>
            <a:rect r="r" b="b" t="t" l="l"/>
            <a:pathLst>
              <a:path h="2675642" w="2801720">
                <a:moveTo>
                  <a:pt x="0" y="0"/>
                </a:moveTo>
                <a:lnTo>
                  <a:pt x="2801720" y="0"/>
                </a:lnTo>
                <a:lnTo>
                  <a:pt x="2801720" y="2675642"/>
                </a:lnTo>
                <a:lnTo>
                  <a:pt x="0" y="26756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6039476" y="4257771"/>
            <a:ext cx="2478082" cy="2473576"/>
          </a:xfrm>
          <a:custGeom>
            <a:avLst/>
            <a:gdLst/>
            <a:ahLst/>
            <a:cxnLst/>
            <a:rect r="r" b="b" t="t" l="l"/>
            <a:pathLst>
              <a:path h="2473576" w="2478082">
                <a:moveTo>
                  <a:pt x="0" y="0"/>
                </a:moveTo>
                <a:lnTo>
                  <a:pt x="2478081" y="0"/>
                </a:lnTo>
                <a:lnTo>
                  <a:pt x="2478081" y="2473576"/>
                </a:lnTo>
                <a:lnTo>
                  <a:pt x="0" y="24735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2109544" y="4384745"/>
            <a:ext cx="2672233" cy="2177870"/>
          </a:xfrm>
          <a:custGeom>
            <a:avLst/>
            <a:gdLst/>
            <a:ahLst/>
            <a:cxnLst/>
            <a:rect r="r" b="b" t="t" l="l"/>
            <a:pathLst>
              <a:path h="2177870" w="2672233">
                <a:moveTo>
                  <a:pt x="0" y="0"/>
                </a:moveTo>
                <a:lnTo>
                  <a:pt x="2672233" y="0"/>
                </a:lnTo>
                <a:lnTo>
                  <a:pt x="2672233" y="2177870"/>
                </a:lnTo>
                <a:lnTo>
                  <a:pt x="0" y="21778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2251529" y="633456"/>
            <a:ext cx="13784943" cy="1208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2"/>
              </a:lnSpc>
            </a:pPr>
            <a:r>
              <a:rPr lang="en-US" sz="7961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一起协作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543843" y="1913680"/>
            <a:ext cx="7200313" cy="4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7"/>
              </a:lnSpc>
            </a:pPr>
            <a:r>
              <a:rPr lang="en-US" sz="2790" b="true">
                <a:solidFill>
                  <a:srgbClr val="FE5C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一个任务 = 多个node协作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63368" y="8148579"/>
            <a:ext cx="3564584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sz="3020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图像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497796" y="8148579"/>
            <a:ext cx="3564584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sz="3020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球的位置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475445" y="8169353"/>
            <a:ext cx="3268712" cy="516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5"/>
              </a:lnSpc>
            </a:pPr>
            <a:r>
              <a:rPr lang="en-US" sz="3018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移动指令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091160" y="8148579"/>
            <a:ext cx="3564584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8"/>
              </a:lnSpc>
            </a:pPr>
            <a:r>
              <a:rPr lang="en-US" sz="3020" b="true">
                <a:solidFill>
                  <a:srgbClr val="59488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执行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50000">
              <a:srgbClr val="ED914E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4952098">
            <a:off x="7334509" y="-38689"/>
            <a:ext cx="12226878" cy="14022434"/>
          </a:xfrm>
          <a:custGeom>
            <a:avLst/>
            <a:gdLst/>
            <a:ahLst/>
            <a:cxnLst/>
            <a:rect r="r" b="b" t="t" l="l"/>
            <a:pathLst>
              <a:path h="14022434" w="12226878">
                <a:moveTo>
                  <a:pt x="0" y="14022434"/>
                </a:moveTo>
                <a:lnTo>
                  <a:pt x="12226878" y="14022434"/>
                </a:lnTo>
                <a:lnTo>
                  <a:pt x="12226878" y="0"/>
                </a:lnTo>
                <a:lnTo>
                  <a:pt x="0" y="0"/>
                </a:lnTo>
                <a:lnTo>
                  <a:pt x="0" y="14022434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0438967" y="-387449"/>
            <a:ext cx="18377741" cy="11571066"/>
            <a:chOff x="0" y="0"/>
            <a:chExt cx="3718116" cy="234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379" y="0"/>
              <a:ext cx="3689359" cy="2327590"/>
            </a:xfrm>
            <a:custGeom>
              <a:avLst/>
              <a:gdLst/>
              <a:ahLst/>
              <a:cxnLst/>
              <a:rect r="r" b="b" t="t" l="l"/>
              <a:pathLst>
                <a:path h="2327590" w="3689359">
                  <a:moveTo>
                    <a:pt x="1861970" y="2319242"/>
                  </a:moveTo>
                  <a:lnTo>
                    <a:pt x="3686447" y="21773"/>
                  </a:lnTo>
                  <a:cubicBezTo>
                    <a:pt x="3689651" y="17739"/>
                    <a:pt x="3690263" y="12227"/>
                    <a:pt x="3688023" y="7588"/>
                  </a:cubicBezTo>
                  <a:cubicBezTo>
                    <a:pt x="3685783" y="2948"/>
                    <a:pt x="3681086" y="0"/>
                    <a:pt x="3675934" y="0"/>
                  </a:cubicBezTo>
                  <a:lnTo>
                    <a:pt x="13425" y="0"/>
                  </a:lnTo>
                  <a:cubicBezTo>
                    <a:pt x="8273" y="0"/>
                    <a:pt x="3575" y="2948"/>
                    <a:pt x="1335" y="7588"/>
                  </a:cubicBezTo>
                  <a:cubicBezTo>
                    <a:pt x="-905" y="12227"/>
                    <a:pt x="-292" y="17739"/>
                    <a:pt x="2912" y="21773"/>
                  </a:cubicBezTo>
                  <a:lnTo>
                    <a:pt x="1827389" y="2319242"/>
                  </a:lnTo>
                  <a:cubicBezTo>
                    <a:pt x="1831577" y="2324516"/>
                    <a:pt x="1837944" y="2327590"/>
                    <a:pt x="1844679" y="2327590"/>
                  </a:cubicBezTo>
                  <a:cubicBezTo>
                    <a:pt x="1851414" y="2327590"/>
                    <a:pt x="1857781" y="2324516"/>
                    <a:pt x="1861970" y="23192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580956" y="119590"/>
              <a:ext cx="2556205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496238" y="-1505648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96238" y="8781352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612468">
            <a:off x="11485040" y="1520471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2889053">
            <a:off x="5493665" y="4814308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22084168" y="0"/>
                </a:moveTo>
                <a:lnTo>
                  <a:pt x="0" y="0"/>
                </a:lnTo>
                <a:lnTo>
                  <a:pt x="0" y="7379792"/>
                </a:lnTo>
                <a:lnTo>
                  <a:pt x="22084168" y="7379792"/>
                </a:lnTo>
                <a:lnTo>
                  <a:pt x="22084168" y="0"/>
                </a:lnTo>
                <a:close/>
              </a:path>
            </a:pathLst>
          </a:custGeom>
          <a:blipFill>
            <a:blip r:embed="rId5">
              <a:alphaModFix amt="5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62892" y="246934"/>
            <a:ext cx="9653501" cy="13207526"/>
          </a:xfrm>
          <a:custGeom>
            <a:avLst/>
            <a:gdLst/>
            <a:ahLst/>
            <a:cxnLst/>
            <a:rect r="r" b="b" t="t" l="l"/>
            <a:pathLst>
              <a:path h="13207526" w="9653501">
                <a:moveTo>
                  <a:pt x="0" y="0"/>
                </a:moveTo>
                <a:lnTo>
                  <a:pt x="9653501" y="0"/>
                </a:lnTo>
                <a:lnTo>
                  <a:pt x="9653501" y="13207526"/>
                </a:lnTo>
                <a:lnTo>
                  <a:pt x="0" y="132075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291684">
            <a:off x="15954942" y="4243583"/>
            <a:ext cx="4666117" cy="6503298"/>
          </a:xfrm>
          <a:custGeom>
            <a:avLst/>
            <a:gdLst/>
            <a:ahLst/>
            <a:cxnLst/>
            <a:rect r="r" b="b" t="t" l="l"/>
            <a:pathLst>
              <a:path h="6503298" w="4666117">
                <a:moveTo>
                  <a:pt x="4666116" y="0"/>
                </a:moveTo>
                <a:lnTo>
                  <a:pt x="0" y="0"/>
                </a:lnTo>
                <a:lnTo>
                  <a:pt x="0" y="6503298"/>
                </a:lnTo>
                <a:lnTo>
                  <a:pt x="4666116" y="6503298"/>
                </a:lnTo>
                <a:lnTo>
                  <a:pt x="4666116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33334" y="1955553"/>
            <a:ext cx="7176107" cy="5740937"/>
            <a:chOff x="0" y="0"/>
            <a:chExt cx="2026585" cy="16212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6585" cy="1621283"/>
            </a:xfrm>
            <a:custGeom>
              <a:avLst/>
              <a:gdLst/>
              <a:ahLst/>
              <a:cxnLst/>
              <a:rect r="r" b="b" t="t" l="l"/>
              <a:pathLst>
                <a:path h="1621283" w="2026585">
                  <a:moveTo>
                    <a:pt x="44233" y="0"/>
                  </a:moveTo>
                  <a:lnTo>
                    <a:pt x="1982352" y="0"/>
                  </a:lnTo>
                  <a:cubicBezTo>
                    <a:pt x="1994084" y="0"/>
                    <a:pt x="2005335" y="4660"/>
                    <a:pt x="2013630" y="12955"/>
                  </a:cubicBezTo>
                  <a:cubicBezTo>
                    <a:pt x="2021925" y="21251"/>
                    <a:pt x="2026585" y="32501"/>
                    <a:pt x="2026585" y="44233"/>
                  </a:cubicBezTo>
                  <a:lnTo>
                    <a:pt x="2026585" y="1577050"/>
                  </a:lnTo>
                  <a:cubicBezTo>
                    <a:pt x="2026585" y="1601479"/>
                    <a:pt x="2006782" y="1621283"/>
                    <a:pt x="1982352" y="1621283"/>
                  </a:cubicBezTo>
                  <a:lnTo>
                    <a:pt x="44233" y="1621283"/>
                  </a:lnTo>
                  <a:cubicBezTo>
                    <a:pt x="19804" y="1621283"/>
                    <a:pt x="0" y="1601479"/>
                    <a:pt x="0" y="1577050"/>
                  </a:cubicBezTo>
                  <a:lnTo>
                    <a:pt x="0" y="44233"/>
                  </a:lnTo>
                  <a:cubicBezTo>
                    <a:pt x="0" y="19804"/>
                    <a:pt x="19804" y="0"/>
                    <a:pt x="44233" y="0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28575" cap="rnd">
              <a:solidFill>
                <a:srgbClr val="FFFFFF">
                  <a:alpha val="19608"/>
                </a:srgbClr>
              </a:solidFill>
              <a:prstDash val="sysDot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026585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9984" y="1831728"/>
            <a:ext cx="7140387" cy="5740937"/>
            <a:chOff x="0" y="0"/>
            <a:chExt cx="2016498" cy="16212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6498" cy="1621283"/>
            </a:xfrm>
            <a:custGeom>
              <a:avLst/>
              <a:gdLst/>
              <a:ahLst/>
              <a:cxnLst/>
              <a:rect r="r" b="b" t="t" l="l"/>
              <a:pathLst>
                <a:path h="1621283" w="2016498">
                  <a:moveTo>
                    <a:pt x="44454" y="0"/>
                  </a:moveTo>
                  <a:lnTo>
                    <a:pt x="1972044" y="0"/>
                  </a:lnTo>
                  <a:cubicBezTo>
                    <a:pt x="1996595" y="0"/>
                    <a:pt x="2016498" y="19903"/>
                    <a:pt x="2016498" y="44454"/>
                  </a:cubicBezTo>
                  <a:lnTo>
                    <a:pt x="2016498" y="1576829"/>
                  </a:lnTo>
                  <a:cubicBezTo>
                    <a:pt x="2016498" y="1588619"/>
                    <a:pt x="2011814" y="1599926"/>
                    <a:pt x="2003477" y="1608262"/>
                  </a:cubicBezTo>
                  <a:cubicBezTo>
                    <a:pt x="1995141" y="1616599"/>
                    <a:pt x="1983834" y="1621283"/>
                    <a:pt x="1972044" y="1621283"/>
                  </a:cubicBezTo>
                  <a:lnTo>
                    <a:pt x="44454" y="1621283"/>
                  </a:lnTo>
                  <a:cubicBezTo>
                    <a:pt x="19903" y="1621283"/>
                    <a:pt x="0" y="1601380"/>
                    <a:pt x="0" y="1576829"/>
                  </a:cubicBezTo>
                  <a:lnTo>
                    <a:pt x="0" y="44454"/>
                  </a:lnTo>
                  <a:cubicBezTo>
                    <a:pt x="0" y="19903"/>
                    <a:pt x="19903" y="0"/>
                    <a:pt x="4445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016498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72895" y="3607774"/>
            <a:ext cx="6594566" cy="2426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6000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每个NODE负责自己的工作，TOPIC负责链接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50000">
              <a:srgbClr val="ED914E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4952098">
            <a:off x="7334509" y="-38689"/>
            <a:ext cx="12226878" cy="14022434"/>
          </a:xfrm>
          <a:custGeom>
            <a:avLst/>
            <a:gdLst/>
            <a:ahLst/>
            <a:cxnLst/>
            <a:rect r="r" b="b" t="t" l="l"/>
            <a:pathLst>
              <a:path h="14022434" w="12226878">
                <a:moveTo>
                  <a:pt x="0" y="14022434"/>
                </a:moveTo>
                <a:lnTo>
                  <a:pt x="12226878" y="14022434"/>
                </a:lnTo>
                <a:lnTo>
                  <a:pt x="12226878" y="0"/>
                </a:lnTo>
                <a:lnTo>
                  <a:pt x="0" y="0"/>
                </a:lnTo>
                <a:lnTo>
                  <a:pt x="0" y="14022434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0438967" y="-387449"/>
            <a:ext cx="18377741" cy="11571066"/>
            <a:chOff x="0" y="0"/>
            <a:chExt cx="3718116" cy="23410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379" y="0"/>
              <a:ext cx="3689359" cy="2327590"/>
            </a:xfrm>
            <a:custGeom>
              <a:avLst/>
              <a:gdLst/>
              <a:ahLst/>
              <a:cxnLst/>
              <a:rect r="r" b="b" t="t" l="l"/>
              <a:pathLst>
                <a:path h="2327590" w="3689359">
                  <a:moveTo>
                    <a:pt x="1861970" y="2319242"/>
                  </a:moveTo>
                  <a:lnTo>
                    <a:pt x="3686447" y="21773"/>
                  </a:lnTo>
                  <a:cubicBezTo>
                    <a:pt x="3689651" y="17739"/>
                    <a:pt x="3690263" y="12227"/>
                    <a:pt x="3688023" y="7588"/>
                  </a:cubicBezTo>
                  <a:cubicBezTo>
                    <a:pt x="3685783" y="2948"/>
                    <a:pt x="3681086" y="0"/>
                    <a:pt x="3675934" y="0"/>
                  </a:cubicBezTo>
                  <a:lnTo>
                    <a:pt x="13425" y="0"/>
                  </a:lnTo>
                  <a:cubicBezTo>
                    <a:pt x="8273" y="0"/>
                    <a:pt x="3575" y="2948"/>
                    <a:pt x="1335" y="7588"/>
                  </a:cubicBezTo>
                  <a:cubicBezTo>
                    <a:pt x="-905" y="12227"/>
                    <a:pt x="-292" y="17739"/>
                    <a:pt x="2912" y="21773"/>
                  </a:cubicBezTo>
                  <a:lnTo>
                    <a:pt x="1827389" y="2319242"/>
                  </a:lnTo>
                  <a:cubicBezTo>
                    <a:pt x="1831577" y="2324516"/>
                    <a:pt x="1837944" y="2327590"/>
                    <a:pt x="1844679" y="2327590"/>
                  </a:cubicBezTo>
                  <a:cubicBezTo>
                    <a:pt x="1851414" y="2327590"/>
                    <a:pt x="1857781" y="2324516"/>
                    <a:pt x="1861970" y="23192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580956" y="119590"/>
              <a:ext cx="2556205" cy="1134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496238" y="-1505648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96238" y="8781352"/>
            <a:ext cx="2992475" cy="3011296"/>
          </a:xfrm>
          <a:custGeom>
            <a:avLst/>
            <a:gdLst/>
            <a:ahLst/>
            <a:cxnLst/>
            <a:rect r="r" b="b" t="t" l="l"/>
            <a:pathLst>
              <a:path h="3011296" w="2992475">
                <a:moveTo>
                  <a:pt x="0" y="0"/>
                </a:moveTo>
                <a:lnTo>
                  <a:pt x="2992476" y="0"/>
                </a:lnTo>
                <a:lnTo>
                  <a:pt x="2992476" y="3011296"/>
                </a:lnTo>
                <a:lnTo>
                  <a:pt x="0" y="3011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612468">
            <a:off x="11485040" y="1520471"/>
            <a:ext cx="12165381" cy="16454224"/>
          </a:xfrm>
          <a:custGeom>
            <a:avLst/>
            <a:gdLst/>
            <a:ahLst/>
            <a:cxnLst/>
            <a:rect r="r" b="b" t="t" l="l"/>
            <a:pathLst>
              <a:path h="16454224" w="12165381">
                <a:moveTo>
                  <a:pt x="12165381" y="0"/>
                </a:moveTo>
                <a:lnTo>
                  <a:pt x="0" y="0"/>
                </a:lnTo>
                <a:lnTo>
                  <a:pt x="0" y="16454224"/>
                </a:lnTo>
                <a:lnTo>
                  <a:pt x="12165381" y="16454224"/>
                </a:lnTo>
                <a:lnTo>
                  <a:pt x="1216538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2889053">
            <a:off x="5493665" y="4814308"/>
            <a:ext cx="22084168" cy="7379793"/>
          </a:xfrm>
          <a:custGeom>
            <a:avLst/>
            <a:gdLst/>
            <a:ahLst/>
            <a:cxnLst/>
            <a:rect r="r" b="b" t="t" l="l"/>
            <a:pathLst>
              <a:path h="7379793" w="22084168">
                <a:moveTo>
                  <a:pt x="22084168" y="0"/>
                </a:moveTo>
                <a:lnTo>
                  <a:pt x="0" y="0"/>
                </a:lnTo>
                <a:lnTo>
                  <a:pt x="0" y="7379792"/>
                </a:lnTo>
                <a:lnTo>
                  <a:pt x="22084168" y="7379792"/>
                </a:lnTo>
                <a:lnTo>
                  <a:pt x="22084168" y="0"/>
                </a:lnTo>
                <a:close/>
              </a:path>
            </a:pathLst>
          </a:custGeom>
          <a:blipFill>
            <a:blip r:embed="rId5">
              <a:alphaModFix amt="5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62892" y="246934"/>
            <a:ext cx="9653501" cy="13207526"/>
          </a:xfrm>
          <a:custGeom>
            <a:avLst/>
            <a:gdLst/>
            <a:ahLst/>
            <a:cxnLst/>
            <a:rect r="r" b="b" t="t" l="l"/>
            <a:pathLst>
              <a:path h="13207526" w="9653501">
                <a:moveTo>
                  <a:pt x="0" y="0"/>
                </a:moveTo>
                <a:lnTo>
                  <a:pt x="9653501" y="0"/>
                </a:lnTo>
                <a:lnTo>
                  <a:pt x="9653501" y="13207526"/>
                </a:lnTo>
                <a:lnTo>
                  <a:pt x="0" y="132075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2291684">
            <a:off x="15954942" y="4243583"/>
            <a:ext cx="4666117" cy="6503298"/>
          </a:xfrm>
          <a:custGeom>
            <a:avLst/>
            <a:gdLst/>
            <a:ahLst/>
            <a:cxnLst/>
            <a:rect r="r" b="b" t="t" l="l"/>
            <a:pathLst>
              <a:path h="6503298" w="4666117">
                <a:moveTo>
                  <a:pt x="4666116" y="0"/>
                </a:moveTo>
                <a:lnTo>
                  <a:pt x="0" y="0"/>
                </a:lnTo>
                <a:lnTo>
                  <a:pt x="0" y="6503298"/>
                </a:lnTo>
                <a:lnTo>
                  <a:pt x="4666116" y="6503298"/>
                </a:lnTo>
                <a:lnTo>
                  <a:pt x="4666116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33334" y="1955553"/>
            <a:ext cx="7176107" cy="5740937"/>
            <a:chOff x="0" y="0"/>
            <a:chExt cx="2026585" cy="16212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6585" cy="1621283"/>
            </a:xfrm>
            <a:custGeom>
              <a:avLst/>
              <a:gdLst/>
              <a:ahLst/>
              <a:cxnLst/>
              <a:rect r="r" b="b" t="t" l="l"/>
              <a:pathLst>
                <a:path h="1621283" w="2026585">
                  <a:moveTo>
                    <a:pt x="44233" y="0"/>
                  </a:moveTo>
                  <a:lnTo>
                    <a:pt x="1982352" y="0"/>
                  </a:lnTo>
                  <a:cubicBezTo>
                    <a:pt x="1994084" y="0"/>
                    <a:pt x="2005335" y="4660"/>
                    <a:pt x="2013630" y="12955"/>
                  </a:cubicBezTo>
                  <a:cubicBezTo>
                    <a:pt x="2021925" y="21251"/>
                    <a:pt x="2026585" y="32501"/>
                    <a:pt x="2026585" y="44233"/>
                  </a:cubicBezTo>
                  <a:lnTo>
                    <a:pt x="2026585" y="1577050"/>
                  </a:lnTo>
                  <a:cubicBezTo>
                    <a:pt x="2026585" y="1601479"/>
                    <a:pt x="2006782" y="1621283"/>
                    <a:pt x="1982352" y="1621283"/>
                  </a:cubicBezTo>
                  <a:lnTo>
                    <a:pt x="44233" y="1621283"/>
                  </a:lnTo>
                  <a:cubicBezTo>
                    <a:pt x="19804" y="1621283"/>
                    <a:pt x="0" y="1601479"/>
                    <a:pt x="0" y="1577050"/>
                  </a:cubicBezTo>
                  <a:lnTo>
                    <a:pt x="0" y="44233"/>
                  </a:lnTo>
                  <a:cubicBezTo>
                    <a:pt x="0" y="19804"/>
                    <a:pt x="19804" y="0"/>
                    <a:pt x="44233" y="0"/>
                  </a:cubicBezTo>
                  <a:close/>
                </a:path>
              </a:pathLst>
            </a:custGeom>
            <a:solidFill>
              <a:srgbClr val="000000">
                <a:alpha val="19608"/>
              </a:srgbClr>
            </a:solidFill>
            <a:ln w="28575" cap="rnd">
              <a:solidFill>
                <a:srgbClr val="FFFFFF">
                  <a:alpha val="19608"/>
                </a:srgbClr>
              </a:solidFill>
              <a:prstDash val="sysDot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026585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9984" y="1831728"/>
            <a:ext cx="7140387" cy="5740937"/>
            <a:chOff x="0" y="0"/>
            <a:chExt cx="2016498" cy="16212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16498" cy="1621283"/>
            </a:xfrm>
            <a:custGeom>
              <a:avLst/>
              <a:gdLst/>
              <a:ahLst/>
              <a:cxnLst/>
              <a:rect r="r" b="b" t="t" l="l"/>
              <a:pathLst>
                <a:path h="1621283" w="2016498">
                  <a:moveTo>
                    <a:pt x="44454" y="0"/>
                  </a:moveTo>
                  <a:lnTo>
                    <a:pt x="1972044" y="0"/>
                  </a:lnTo>
                  <a:cubicBezTo>
                    <a:pt x="1996595" y="0"/>
                    <a:pt x="2016498" y="19903"/>
                    <a:pt x="2016498" y="44454"/>
                  </a:cubicBezTo>
                  <a:lnTo>
                    <a:pt x="2016498" y="1576829"/>
                  </a:lnTo>
                  <a:cubicBezTo>
                    <a:pt x="2016498" y="1588619"/>
                    <a:pt x="2011814" y="1599926"/>
                    <a:pt x="2003477" y="1608262"/>
                  </a:cubicBezTo>
                  <a:cubicBezTo>
                    <a:pt x="1995141" y="1616599"/>
                    <a:pt x="1983834" y="1621283"/>
                    <a:pt x="1972044" y="1621283"/>
                  </a:cubicBezTo>
                  <a:lnTo>
                    <a:pt x="44454" y="1621283"/>
                  </a:lnTo>
                  <a:cubicBezTo>
                    <a:pt x="19903" y="1621283"/>
                    <a:pt x="0" y="1601380"/>
                    <a:pt x="0" y="1576829"/>
                  </a:cubicBezTo>
                  <a:lnTo>
                    <a:pt x="0" y="44454"/>
                  </a:lnTo>
                  <a:cubicBezTo>
                    <a:pt x="0" y="19903"/>
                    <a:pt x="19903" y="0"/>
                    <a:pt x="4445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450BA">
                    <a:alpha val="100000"/>
                  </a:srgbClr>
                </a:gs>
                <a:gs pos="100000">
                  <a:srgbClr val="382368">
                    <a:alpha val="100000"/>
                  </a:srgbClr>
                </a:gs>
              </a:gsLst>
              <a:lin ang="5400000"/>
            </a:gradFill>
            <a:ln cap="rnd">
              <a:noFill/>
              <a:prstDash val="sysDot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016498" cy="166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72895" y="3117236"/>
            <a:ext cx="6594566" cy="348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7"/>
              </a:lnSpc>
            </a:pPr>
            <a:r>
              <a:rPr lang="en-US" sz="519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用字简单易懂的话，复述ROS内容！</a:t>
            </a:r>
          </a:p>
          <a:p>
            <a:pPr algn="ctr">
              <a:lnSpc>
                <a:spcPts val="5940"/>
              </a:lnSpc>
            </a:pPr>
          </a:p>
          <a:p>
            <a:pPr algn="ctr">
              <a:lnSpc>
                <a:spcPts val="5147"/>
              </a:lnSpc>
            </a:pPr>
            <a:r>
              <a:rPr lang="en-US" sz="5199">
                <a:solidFill>
                  <a:srgbClr val="FFFFFF"/>
                </a:solidFill>
                <a:latin typeface="Funtastic"/>
                <a:ea typeface="Funtastic"/>
                <a:cs typeface="Funtastic"/>
                <a:sym typeface="Funtastic"/>
              </a:rPr>
              <a:t>ROS 怎么解释这个机器的运作方式？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5733">
                <a:alpha val="100000"/>
              </a:srgbClr>
            </a:gs>
            <a:gs pos="50000">
              <a:srgbClr val="ED914E">
                <a:alpha val="100000"/>
              </a:srgbClr>
            </a:gs>
            <a:gs pos="100000">
              <a:srgbClr val="FDC569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85260" y="1242756"/>
            <a:ext cx="10517479" cy="7801488"/>
          </a:xfrm>
          <a:custGeom>
            <a:avLst/>
            <a:gdLst/>
            <a:ahLst/>
            <a:cxnLst/>
            <a:rect r="r" b="b" t="t" l="l"/>
            <a:pathLst>
              <a:path h="7801488" w="10517479">
                <a:moveTo>
                  <a:pt x="0" y="0"/>
                </a:moveTo>
                <a:lnTo>
                  <a:pt x="10517480" y="0"/>
                </a:lnTo>
                <a:lnTo>
                  <a:pt x="10517480" y="7801488"/>
                </a:lnTo>
                <a:lnTo>
                  <a:pt x="0" y="7801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DAHXPoDFUv4</dc:identifier>
  <dcterms:modified xsi:type="dcterms:W3CDTF">2011-08-01T06:04:30Z</dcterms:modified>
  <cp:revision>1</cp:revision>
  <dc:title>机协</dc:title>
</cp:coreProperties>
</file>